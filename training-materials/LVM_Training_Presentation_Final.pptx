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E74515-0DD7-4459-B89A-4780633C6CFF}" v="2" dt="2025-03-21T08:37:18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angi, Govardhan" userId="ae9e11ea-c81b-448f-9e6b-213c80245156" providerId="ADAL" clId="{EDE74515-0DD7-4459-B89A-4780633C6CFF}"/>
    <pc:docChg chg="undo custSel addSld delSld modSld">
      <pc:chgData name="Mallangi, Govardhan" userId="ae9e11ea-c81b-448f-9e6b-213c80245156" providerId="ADAL" clId="{EDE74515-0DD7-4459-B89A-4780633C6CFF}" dt="2025-03-21T08:38:02.405" v="218" actId="255"/>
      <pc:docMkLst>
        <pc:docMk/>
      </pc:docMkLst>
      <pc:sldChg chg="addSp delSp modSp mod setBg addAnim delAnim setClrOvrMap">
        <pc:chgData name="Mallangi, Govardhan" userId="ae9e11ea-c81b-448f-9e6b-213c80245156" providerId="ADAL" clId="{EDE74515-0DD7-4459-B89A-4780633C6CFF}" dt="2025-03-21T08:31:18.527" v="37" actId="26606"/>
        <pc:sldMkLst>
          <pc:docMk/>
          <pc:sldMk cId="0" sldId="256"/>
        </pc:sldMkLst>
        <pc:spChg chg="mod">
          <ac:chgData name="Mallangi, Govardhan" userId="ae9e11ea-c81b-448f-9e6b-213c80245156" providerId="ADAL" clId="{EDE74515-0DD7-4459-B89A-4780633C6CFF}" dt="2025-03-21T08:31:18.527" v="37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llangi, Govardhan" userId="ae9e11ea-c81b-448f-9e6b-213c80245156" providerId="ADAL" clId="{EDE74515-0DD7-4459-B89A-4780633C6CFF}" dt="2025-03-21T08:31:18.527" v="37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Mallangi, Govardhan" userId="ae9e11ea-c81b-448f-9e6b-213c80245156" providerId="ADAL" clId="{EDE74515-0DD7-4459-B89A-4780633C6CFF}" dt="2025-03-21T08:31:18.510" v="36" actId="26606"/>
          <ac:spMkLst>
            <pc:docMk/>
            <pc:sldMk cId="0" sldId="256"/>
            <ac:spMk id="10" creationId="{DE92A8BB-07B9-40DB-984F-2CB1A2535B9E}"/>
          </ac:spMkLst>
        </pc:spChg>
        <pc:spChg chg="add del">
          <ac:chgData name="Mallangi, Govardhan" userId="ae9e11ea-c81b-448f-9e6b-213c80245156" providerId="ADAL" clId="{EDE74515-0DD7-4459-B89A-4780633C6CFF}" dt="2025-03-21T08:31:18.510" v="36" actId="26606"/>
          <ac:spMkLst>
            <pc:docMk/>
            <pc:sldMk cId="0" sldId="256"/>
            <ac:spMk id="12" creationId="{2CDDB745-6C26-4B79-9EF2-08E3E4AB9024}"/>
          </ac:spMkLst>
        </pc:spChg>
        <pc:spChg chg="add del">
          <ac:chgData name="Mallangi, Govardhan" userId="ae9e11ea-c81b-448f-9e6b-213c80245156" providerId="ADAL" clId="{EDE74515-0DD7-4459-B89A-4780633C6CFF}" dt="2025-03-21T08:31:18.510" v="36" actId="26606"/>
          <ac:spMkLst>
            <pc:docMk/>
            <pc:sldMk cId="0" sldId="256"/>
            <ac:spMk id="14" creationId="{80B3FE6C-0A59-4114-88CB-3C3172D6AFF8}"/>
          </ac:spMkLst>
        </pc:spChg>
        <pc:spChg chg="add del">
          <ac:chgData name="Mallangi, Govardhan" userId="ae9e11ea-c81b-448f-9e6b-213c80245156" providerId="ADAL" clId="{EDE74515-0DD7-4459-B89A-4780633C6CFF}" dt="2025-03-21T08:31:18.510" v="36" actId="26606"/>
          <ac:spMkLst>
            <pc:docMk/>
            <pc:sldMk cId="0" sldId="256"/>
            <ac:spMk id="16" creationId="{DDA3A238-516A-4076-B3C2-230D913508F2}"/>
          </ac:spMkLst>
        </pc:spChg>
        <pc:spChg chg="add">
          <ac:chgData name="Mallangi, Govardhan" userId="ae9e11ea-c81b-448f-9e6b-213c80245156" providerId="ADAL" clId="{EDE74515-0DD7-4459-B89A-4780633C6CFF}" dt="2025-03-21T08:31:18.527" v="37" actId="26606"/>
          <ac:spMkLst>
            <pc:docMk/>
            <pc:sldMk cId="0" sldId="256"/>
            <ac:spMk id="18" creationId="{C6A81905-F480-46A4-BC10-215D24EA1AE6}"/>
          </ac:spMkLst>
        </pc:spChg>
        <pc:spChg chg="add">
          <ac:chgData name="Mallangi, Govardhan" userId="ae9e11ea-c81b-448f-9e6b-213c80245156" providerId="ADAL" clId="{EDE74515-0DD7-4459-B89A-4780633C6CFF}" dt="2025-03-21T08:31:18.527" v="37" actId="26606"/>
          <ac:spMkLst>
            <pc:docMk/>
            <pc:sldMk cId="0" sldId="256"/>
            <ac:spMk id="19" creationId="{36FD4D9D-3784-41E8-8405-A42B72F51331}"/>
          </ac:spMkLst>
        </pc:spChg>
        <pc:spChg chg="add">
          <ac:chgData name="Mallangi, Govardhan" userId="ae9e11ea-c81b-448f-9e6b-213c80245156" providerId="ADAL" clId="{EDE74515-0DD7-4459-B89A-4780633C6CFF}" dt="2025-03-21T08:31:18.527" v="37" actId="26606"/>
          <ac:spMkLst>
            <pc:docMk/>
            <pc:sldMk cId="0" sldId="256"/>
            <ac:spMk id="20" creationId="{09811DF6-66E4-43D5-B564-3151796531ED}"/>
          </ac:spMkLst>
        </pc:spChg>
        <pc:spChg chg="add">
          <ac:chgData name="Mallangi, Govardhan" userId="ae9e11ea-c81b-448f-9e6b-213c80245156" providerId="ADAL" clId="{EDE74515-0DD7-4459-B89A-4780633C6CFF}" dt="2025-03-21T08:31:18.527" v="37" actId="26606"/>
          <ac:spMkLst>
            <pc:docMk/>
            <pc:sldMk cId="0" sldId="256"/>
            <ac:spMk id="21" creationId="{60817A52-B891-4228-A61E-0C0A57632DDA}"/>
          </ac:spMkLst>
        </pc:spChg>
        <pc:picChg chg="add del">
          <ac:chgData name="Mallangi, Govardhan" userId="ae9e11ea-c81b-448f-9e6b-213c80245156" providerId="ADAL" clId="{EDE74515-0DD7-4459-B89A-4780633C6CFF}" dt="2025-03-21T08:31:18.510" v="36" actId="26606"/>
          <ac:picMkLst>
            <pc:docMk/>
            <pc:sldMk cId="0" sldId="256"/>
            <ac:picMk id="7" creationId="{502D504F-7F0F-6195-5A5E-416B5EBB83A8}"/>
          </ac:picMkLst>
        </pc:picChg>
        <pc:picChg chg="add">
          <ac:chgData name="Mallangi, Govardhan" userId="ae9e11ea-c81b-448f-9e6b-213c80245156" providerId="ADAL" clId="{EDE74515-0DD7-4459-B89A-4780633C6CFF}" dt="2025-03-21T08:31:18.527" v="37" actId="26606"/>
          <ac:picMkLst>
            <pc:docMk/>
            <pc:sldMk cId="0" sldId="256"/>
            <ac:picMk id="22" creationId="{9B19F4D9-FA6D-221D-11F5-12A7232976B4}"/>
          </ac:picMkLst>
        </pc:picChg>
      </pc:sldChg>
      <pc:sldChg chg="addSp delSp modSp mod setBg setClrOvrMap">
        <pc:chgData name="Mallangi, Govardhan" userId="ae9e11ea-c81b-448f-9e6b-213c80245156" providerId="ADAL" clId="{EDE74515-0DD7-4459-B89A-4780633C6CFF}" dt="2025-03-21T08:37:36.275" v="217" actId="26606"/>
        <pc:sldMkLst>
          <pc:docMk/>
          <pc:sldMk cId="0" sldId="259"/>
        </pc:sldMkLst>
        <pc:spChg chg="mod">
          <ac:chgData name="Mallangi, Govardhan" userId="ae9e11ea-c81b-448f-9e6b-213c80245156" providerId="ADAL" clId="{EDE74515-0DD7-4459-B89A-4780633C6CFF}" dt="2025-03-21T08:37:36.275" v="217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Mallangi, Govardhan" userId="ae9e11ea-c81b-448f-9e6b-213c80245156" providerId="ADAL" clId="{EDE74515-0DD7-4459-B89A-4780633C6CFF}" dt="2025-03-21T08:37:36.275" v="217" actId="26606"/>
          <ac:spMkLst>
            <pc:docMk/>
            <pc:sldMk cId="0" sldId="259"/>
            <ac:spMk id="7" creationId="{00000000-0000-0000-0000-000000000000}"/>
          </ac:spMkLst>
        </pc:spChg>
        <pc:spChg chg="add">
          <ac:chgData name="Mallangi, Govardhan" userId="ae9e11ea-c81b-448f-9e6b-213c80245156" providerId="ADAL" clId="{EDE74515-0DD7-4459-B89A-4780633C6CFF}" dt="2025-03-21T08:37:36.275" v="217" actId="26606"/>
          <ac:spMkLst>
            <pc:docMk/>
            <pc:sldMk cId="0" sldId="259"/>
            <ac:spMk id="13" creationId="{ABE6F9A3-300E-47F5-B41C-C8C5E758DE7C}"/>
          </ac:spMkLst>
        </pc:spChg>
        <pc:spChg chg="add">
          <ac:chgData name="Mallangi, Govardhan" userId="ae9e11ea-c81b-448f-9e6b-213c80245156" providerId="ADAL" clId="{EDE74515-0DD7-4459-B89A-4780633C6CFF}" dt="2025-03-21T08:37:36.275" v="217" actId="26606"/>
          <ac:spMkLst>
            <pc:docMk/>
            <pc:sldMk cId="0" sldId="259"/>
            <ac:spMk id="15" creationId="{61B4701B-39FE-43B8-86AA-D6B8789C2207}"/>
          </ac:spMkLst>
        </pc:spChg>
        <pc:spChg chg="add">
          <ac:chgData name="Mallangi, Govardhan" userId="ae9e11ea-c81b-448f-9e6b-213c80245156" providerId="ADAL" clId="{EDE74515-0DD7-4459-B89A-4780633C6CFF}" dt="2025-03-21T08:37:36.275" v="217" actId="26606"/>
          <ac:spMkLst>
            <pc:docMk/>
            <pc:sldMk cId="0" sldId="259"/>
            <ac:spMk id="17" creationId="{E9A7EF13-49FA-4355-971A-34B065F35022}"/>
          </ac:spMkLst>
        </pc:spChg>
        <pc:spChg chg="add">
          <ac:chgData name="Mallangi, Govardhan" userId="ae9e11ea-c81b-448f-9e6b-213c80245156" providerId="ADAL" clId="{EDE74515-0DD7-4459-B89A-4780633C6CFF}" dt="2025-03-21T08:37:36.275" v="217" actId="26606"/>
          <ac:spMkLst>
            <pc:docMk/>
            <pc:sldMk cId="0" sldId="259"/>
            <ac:spMk id="19" creationId="{92CF3C3E-0F7B-4F0C-8EBD-BDD38E9C66F5}"/>
          </ac:spMkLst>
        </pc:spChg>
        <pc:graphicFrameChg chg="add">
          <ac:chgData name="Mallangi, Govardhan" userId="ae9e11ea-c81b-448f-9e6b-213c80245156" providerId="ADAL" clId="{EDE74515-0DD7-4459-B89A-4780633C6CFF}" dt="2025-03-21T08:37:36.275" v="217" actId="26606"/>
          <ac:graphicFrameMkLst>
            <pc:docMk/>
            <pc:sldMk cId="0" sldId="259"/>
            <ac:graphicFrameMk id="9" creationId="{FD759EA1-121C-EF83-CBD7-AE945E9E4AB8}"/>
          </ac:graphicFrameMkLst>
        </pc:graphicFrameChg>
      </pc:sldChg>
      <pc:sldChg chg="modSp mod">
        <pc:chgData name="Mallangi, Govardhan" userId="ae9e11ea-c81b-448f-9e6b-213c80245156" providerId="ADAL" clId="{EDE74515-0DD7-4459-B89A-4780633C6CFF}" dt="2025-03-21T08:38:02.405" v="218" actId="255"/>
        <pc:sldMkLst>
          <pc:docMk/>
          <pc:sldMk cId="0" sldId="260"/>
        </pc:sldMkLst>
        <pc:spChg chg="mod">
          <ac:chgData name="Mallangi, Govardhan" userId="ae9e11ea-c81b-448f-9e6b-213c80245156" providerId="ADAL" clId="{EDE74515-0DD7-4459-B89A-4780633C6CFF}" dt="2025-03-21T08:38:02.405" v="218" actId="255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add mod setBg setClrOvrMap delDesignElem">
        <pc:chgData name="Mallangi, Govardhan" userId="ae9e11ea-c81b-448f-9e6b-213c80245156" providerId="ADAL" clId="{EDE74515-0DD7-4459-B89A-4780633C6CFF}" dt="2025-03-21T08:37:13.799" v="216" actId="26606"/>
        <pc:sldMkLst>
          <pc:docMk/>
          <pc:sldMk cId="0" sldId="263"/>
        </pc:sldMkLst>
        <pc:spChg chg="mod">
          <ac:chgData name="Mallangi, Govardhan" userId="ae9e11ea-c81b-448f-9e6b-213c80245156" providerId="ADAL" clId="{EDE74515-0DD7-4459-B89A-4780633C6CFF}" dt="2025-03-21T08:37:13.799" v="216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Mallangi, Govardhan" userId="ae9e11ea-c81b-448f-9e6b-213c80245156" providerId="ADAL" clId="{EDE74515-0DD7-4459-B89A-4780633C6CFF}" dt="2025-03-21T08:31:40.507" v="41"/>
          <ac:spMkLst>
            <pc:docMk/>
            <pc:sldMk cId="0" sldId="263"/>
            <ac:spMk id="8" creationId="{74CD14DB-BB81-479F-A1FC-1C75640E9F84}"/>
          </ac:spMkLst>
        </pc:spChg>
        <pc:spChg chg="del">
          <ac:chgData name="Mallangi, Govardhan" userId="ae9e11ea-c81b-448f-9e6b-213c80245156" providerId="ADAL" clId="{EDE74515-0DD7-4459-B89A-4780633C6CFF}" dt="2025-03-21T08:31:40.507" v="41"/>
          <ac:spMkLst>
            <pc:docMk/>
            <pc:sldMk cId="0" sldId="263"/>
            <ac:spMk id="10" creationId="{C943A91B-7CA7-4592-A975-73B1BF8C4C74}"/>
          </ac:spMkLst>
        </pc:spChg>
        <pc:spChg chg="del">
          <ac:chgData name="Mallangi, Govardhan" userId="ae9e11ea-c81b-448f-9e6b-213c80245156" providerId="ADAL" clId="{EDE74515-0DD7-4459-B89A-4780633C6CFF}" dt="2025-03-21T08:31:40.507" v="41"/>
          <ac:spMkLst>
            <pc:docMk/>
            <pc:sldMk cId="0" sldId="263"/>
            <ac:spMk id="12" creationId="{EC471314-E46A-414B-8D91-74880E84F187}"/>
          </ac:spMkLst>
        </pc:spChg>
        <pc:spChg chg="del">
          <ac:chgData name="Mallangi, Govardhan" userId="ae9e11ea-c81b-448f-9e6b-213c80245156" providerId="ADAL" clId="{EDE74515-0DD7-4459-B89A-4780633C6CFF}" dt="2025-03-21T08:31:40.507" v="41"/>
          <ac:spMkLst>
            <pc:docMk/>
            <pc:sldMk cId="0" sldId="263"/>
            <ac:spMk id="14" creationId="{6A681326-1C9D-44A3-A627-3871BDAE4127}"/>
          </ac:spMkLst>
        </pc:spChg>
        <pc:spChg chg="mod">
          <ac:chgData name="Mallangi, Govardhan" userId="ae9e11ea-c81b-448f-9e6b-213c80245156" providerId="ADAL" clId="{EDE74515-0DD7-4459-B89A-4780633C6CFF}" dt="2025-03-21T08:37:13.799" v="216" actId="26606"/>
          <ac:spMkLst>
            <pc:docMk/>
            <pc:sldMk cId="0" sldId="263"/>
            <ac:spMk id="22" creationId="{00000000-0000-0000-0000-000000000000}"/>
          </ac:spMkLst>
        </pc:spChg>
        <pc:spChg chg="add del">
          <ac:chgData name="Mallangi, Govardhan" userId="ae9e11ea-c81b-448f-9e6b-213c80245156" providerId="ADAL" clId="{EDE74515-0DD7-4459-B89A-4780633C6CFF}" dt="2025-03-21T08:37:13.799" v="216" actId="26606"/>
          <ac:spMkLst>
            <pc:docMk/>
            <pc:sldMk cId="0" sldId="263"/>
            <ac:spMk id="24" creationId="{8302FC3C-9804-4950-B721-5FD704BA6065}"/>
          </ac:spMkLst>
        </pc:spChg>
        <pc:spChg chg="add del">
          <ac:chgData name="Mallangi, Govardhan" userId="ae9e11ea-c81b-448f-9e6b-213c80245156" providerId="ADAL" clId="{EDE74515-0DD7-4459-B89A-4780633C6CFF}" dt="2025-03-21T08:37:13.799" v="216" actId="26606"/>
          <ac:spMkLst>
            <pc:docMk/>
            <pc:sldMk cId="0" sldId="263"/>
            <ac:spMk id="27" creationId="{923E8915-D2AA-4327-A45A-972C3CA9574B}"/>
          </ac:spMkLst>
        </pc:spChg>
        <pc:spChg chg="add del">
          <ac:chgData name="Mallangi, Govardhan" userId="ae9e11ea-c81b-448f-9e6b-213c80245156" providerId="ADAL" clId="{EDE74515-0DD7-4459-B89A-4780633C6CFF}" dt="2025-03-21T08:35:58.427" v="198" actId="26606"/>
          <ac:spMkLst>
            <pc:docMk/>
            <pc:sldMk cId="0" sldId="263"/>
            <ac:spMk id="29" creationId="{C8A3C342-1D03-412F-8DD3-BF519E8E0AE9}"/>
          </ac:spMkLst>
        </pc:spChg>
        <pc:spChg chg="add del">
          <ac:chgData name="Mallangi, Govardhan" userId="ae9e11ea-c81b-448f-9e6b-213c80245156" providerId="ADAL" clId="{EDE74515-0DD7-4459-B89A-4780633C6CFF}" dt="2025-03-21T08:37:13.799" v="216" actId="26606"/>
          <ac:spMkLst>
            <pc:docMk/>
            <pc:sldMk cId="0" sldId="263"/>
            <ac:spMk id="30" creationId="{F3798573-F27B-47EB-8EA4-7EE34954C2D6}"/>
          </ac:spMkLst>
        </pc:spChg>
        <pc:spChg chg="add del">
          <ac:chgData name="Mallangi, Govardhan" userId="ae9e11ea-c81b-448f-9e6b-213c80245156" providerId="ADAL" clId="{EDE74515-0DD7-4459-B89A-4780633C6CFF}" dt="2025-03-21T08:35:58.427" v="198" actId="26606"/>
          <ac:spMkLst>
            <pc:docMk/>
            <pc:sldMk cId="0" sldId="263"/>
            <ac:spMk id="31" creationId="{81CC9B02-E087-4350-AEBD-2C3CF001AF01}"/>
          </ac:spMkLst>
        </pc:spChg>
        <pc:spChg chg="add del">
          <ac:chgData name="Mallangi, Govardhan" userId="ae9e11ea-c81b-448f-9e6b-213c80245156" providerId="ADAL" clId="{EDE74515-0DD7-4459-B89A-4780633C6CFF}" dt="2025-03-21T08:37:13.799" v="216" actId="26606"/>
          <ac:spMkLst>
            <pc:docMk/>
            <pc:sldMk cId="0" sldId="263"/>
            <ac:spMk id="32" creationId="{270BDA80-627C-422A-AFFD-B7F1DC0F7734}"/>
          </ac:spMkLst>
        </pc:spChg>
        <pc:spChg chg="add del">
          <ac:chgData name="Mallangi, Govardhan" userId="ae9e11ea-c81b-448f-9e6b-213c80245156" providerId="ADAL" clId="{EDE74515-0DD7-4459-B89A-4780633C6CFF}" dt="2025-03-21T08:35:58.427" v="198" actId="26606"/>
          <ac:spMkLst>
            <pc:docMk/>
            <pc:sldMk cId="0" sldId="263"/>
            <ac:spMk id="33" creationId="{AC3BF0FA-36FA-4CE9-840E-F7C3A8F168B5}"/>
          </ac:spMkLst>
        </pc:spChg>
        <pc:spChg chg="add del">
          <ac:chgData name="Mallangi, Govardhan" userId="ae9e11ea-c81b-448f-9e6b-213c80245156" providerId="ADAL" clId="{EDE74515-0DD7-4459-B89A-4780633C6CFF}" dt="2025-03-21T08:35:58.427" v="198" actId="26606"/>
          <ac:spMkLst>
            <pc:docMk/>
            <pc:sldMk cId="0" sldId="263"/>
            <ac:spMk id="35" creationId="{D6F18ACE-6E82-4ADC-8A2F-A1771B309B16}"/>
          </ac:spMkLst>
        </pc:spChg>
        <pc:spChg chg="add del">
          <ac:chgData name="Mallangi, Govardhan" userId="ae9e11ea-c81b-448f-9e6b-213c80245156" providerId="ADAL" clId="{EDE74515-0DD7-4459-B89A-4780633C6CFF}" dt="2025-03-21T08:36:08.844" v="200" actId="26606"/>
          <ac:spMkLst>
            <pc:docMk/>
            <pc:sldMk cId="0" sldId="263"/>
            <ac:spMk id="37" creationId="{C8A3C342-1D03-412F-8DD3-BF519E8E0AE9}"/>
          </ac:spMkLst>
        </pc:spChg>
        <pc:spChg chg="add del">
          <ac:chgData name="Mallangi, Govardhan" userId="ae9e11ea-c81b-448f-9e6b-213c80245156" providerId="ADAL" clId="{EDE74515-0DD7-4459-B89A-4780633C6CFF}" dt="2025-03-21T08:36:08.844" v="200" actId="26606"/>
          <ac:spMkLst>
            <pc:docMk/>
            <pc:sldMk cId="0" sldId="263"/>
            <ac:spMk id="38" creationId="{81CC9B02-E087-4350-AEBD-2C3CF001AF01}"/>
          </ac:spMkLst>
        </pc:spChg>
        <pc:spChg chg="add del">
          <ac:chgData name="Mallangi, Govardhan" userId="ae9e11ea-c81b-448f-9e6b-213c80245156" providerId="ADAL" clId="{EDE74515-0DD7-4459-B89A-4780633C6CFF}" dt="2025-03-21T08:36:08.844" v="200" actId="26606"/>
          <ac:spMkLst>
            <pc:docMk/>
            <pc:sldMk cId="0" sldId="263"/>
            <ac:spMk id="39" creationId="{AC3BF0FA-36FA-4CE9-840E-F7C3A8F168B5}"/>
          </ac:spMkLst>
        </pc:spChg>
        <pc:spChg chg="add del">
          <ac:chgData name="Mallangi, Govardhan" userId="ae9e11ea-c81b-448f-9e6b-213c80245156" providerId="ADAL" clId="{EDE74515-0DD7-4459-B89A-4780633C6CFF}" dt="2025-03-21T08:36:08.844" v="200" actId="26606"/>
          <ac:spMkLst>
            <pc:docMk/>
            <pc:sldMk cId="0" sldId="263"/>
            <ac:spMk id="41" creationId="{D6F18ACE-6E82-4ADC-8A2F-A1771B309B16}"/>
          </ac:spMkLst>
        </pc:spChg>
        <pc:picChg chg="add del">
          <ac:chgData name="Mallangi, Govardhan" userId="ae9e11ea-c81b-448f-9e6b-213c80245156" providerId="ADAL" clId="{EDE74515-0DD7-4459-B89A-4780633C6CFF}" dt="2025-03-21T08:35:58.427" v="198" actId="26606"/>
          <ac:picMkLst>
            <pc:docMk/>
            <pc:sldMk cId="0" sldId="263"/>
            <ac:picMk id="26" creationId="{08AEAEEE-10AD-1D8C-E9F8-E3DEE2C55D15}"/>
          </ac:picMkLst>
        </pc:picChg>
        <pc:picChg chg="add del">
          <ac:chgData name="Mallangi, Govardhan" userId="ae9e11ea-c81b-448f-9e6b-213c80245156" providerId="ADAL" clId="{EDE74515-0DD7-4459-B89A-4780633C6CFF}" dt="2025-03-21T08:37:13.799" v="216" actId="26606"/>
          <ac:picMkLst>
            <pc:docMk/>
            <pc:sldMk cId="0" sldId="263"/>
            <ac:picMk id="28" creationId="{3BC6EBB2-9BDC-4075-BA6B-43A9FBF9C86C}"/>
          </ac:picMkLst>
        </pc:picChg>
        <pc:picChg chg="add del">
          <ac:chgData name="Mallangi, Govardhan" userId="ae9e11ea-c81b-448f-9e6b-213c80245156" providerId="ADAL" clId="{EDE74515-0DD7-4459-B89A-4780633C6CFF}" dt="2025-03-21T08:36:08.844" v="200" actId="26606"/>
          <ac:picMkLst>
            <pc:docMk/>
            <pc:sldMk cId="0" sldId="263"/>
            <ac:picMk id="40" creationId="{D1EC858F-8654-015D-CD53-1360906923BC}"/>
          </ac:picMkLst>
        </pc:picChg>
        <pc:cxnChg chg="add del">
          <ac:chgData name="Mallangi, Govardhan" userId="ae9e11ea-c81b-448f-9e6b-213c80245156" providerId="ADAL" clId="{EDE74515-0DD7-4459-B89A-4780633C6CFF}" dt="2025-03-21T08:37:13.799" v="216" actId="26606"/>
          <ac:cxnSpMkLst>
            <pc:docMk/>
            <pc:sldMk cId="0" sldId="263"/>
            <ac:cxnSpMk id="25" creationId="{6B9695BD-ECF6-49CA-8877-8C493193C65D}"/>
          </ac:cxnSpMkLst>
        </pc:cxnChg>
      </pc:sldChg>
      <pc:sldChg chg="new del">
        <pc:chgData name="Mallangi, Govardhan" userId="ae9e11ea-c81b-448f-9e6b-213c80245156" providerId="ADAL" clId="{EDE74515-0DD7-4459-B89A-4780633C6CFF}" dt="2025-03-21T08:31:33.489" v="39" actId="47"/>
        <pc:sldMkLst>
          <pc:docMk/>
          <pc:sldMk cId="4086957395" sldId="263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18ABFD-80C7-4A60-906C-615C9ADEA1B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0069757-D7F1-479C-9B3F-4744A036EB97}">
      <dgm:prSet/>
      <dgm:spPr/>
      <dgm:t>
        <a:bodyPr/>
        <a:lstStyle/>
        <a:p>
          <a:r>
            <a:rPr lang="en-US" b="0" i="0" dirty="0"/>
            <a:t>• LVM is a device mapper framework that provides logical volume management.</a:t>
          </a:r>
          <a:endParaRPr lang="en-US" dirty="0"/>
        </a:p>
      </dgm:t>
    </dgm:pt>
    <dgm:pt modelId="{684FD777-43D2-4827-ABA5-6820DF37431A}" type="parTrans" cxnId="{DF4D8737-46BE-4010-9DF2-93D0C65CDDCA}">
      <dgm:prSet/>
      <dgm:spPr/>
      <dgm:t>
        <a:bodyPr/>
        <a:lstStyle/>
        <a:p>
          <a:endParaRPr lang="en-US"/>
        </a:p>
      </dgm:t>
    </dgm:pt>
    <dgm:pt modelId="{E490F337-1F18-48B2-A535-EBBD8936054E}" type="sibTrans" cxnId="{DF4D8737-46BE-4010-9DF2-93D0C65CDDC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2E66817-DC0F-4879-9006-BAE60545A64A}">
      <dgm:prSet/>
      <dgm:spPr/>
      <dgm:t>
        <a:bodyPr/>
        <a:lstStyle/>
        <a:p>
          <a:r>
            <a:rPr lang="en-US" b="0" i="0" dirty="0"/>
            <a:t>• It allows flexible disk management compared to traditional partitioning.</a:t>
          </a:r>
          <a:endParaRPr lang="en-US" dirty="0"/>
        </a:p>
      </dgm:t>
    </dgm:pt>
    <dgm:pt modelId="{D3CE6D01-CBE5-4125-A392-991122D93A52}" type="parTrans" cxnId="{27154117-B100-483D-AA9C-B97F2132D503}">
      <dgm:prSet/>
      <dgm:spPr/>
      <dgm:t>
        <a:bodyPr/>
        <a:lstStyle/>
        <a:p>
          <a:endParaRPr lang="en-US"/>
        </a:p>
      </dgm:t>
    </dgm:pt>
    <dgm:pt modelId="{41532809-E70C-47B1-BA81-0378D5F00102}" type="sibTrans" cxnId="{27154117-B100-483D-AA9C-B97F2132D50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5D3B160-D027-4B73-A4D7-9E05B6B4E2C6}">
      <dgm:prSet custT="1"/>
      <dgm:spPr/>
      <dgm:t>
        <a:bodyPr/>
        <a:lstStyle/>
        <a:p>
          <a:r>
            <a:rPr lang="en-US" sz="1400" b="0" i="0" dirty="0"/>
            <a:t>- Physical volumes (PVs)</a:t>
          </a:r>
        </a:p>
        <a:p>
          <a:r>
            <a:rPr lang="en-US" sz="1400" b="0" i="0" dirty="0"/>
            <a:t>- Volume groups (VGs) - - Logical volumes (LVs)</a:t>
          </a:r>
        </a:p>
        <a:p>
          <a:r>
            <a:rPr lang="en-US" sz="1300" b="0" i="0" dirty="0"/>
            <a:t>are the main components.</a:t>
          </a:r>
          <a:endParaRPr lang="en-US" sz="1300" dirty="0"/>
        </a:p>
      </dgm:t>
    </dgm:pt>
    <dgm:pt modelId="{1C21AA35-2D8A-4224-8520-140564D050BE}" type="parTrans" cxnId="{1524AC49-0F3B-424A-829B-9FBBEBA00147}">
      <dgm:prSet/>
      <dgm:spPr/>
      <dgm:t>
        <a:bodyPr/>
        <a:lstStyle/>
        <a:p>
          <a:endParaRPr lang="en-US"/>
        </a:p>
      </dgm:t>
    </dgm:pt>
    <dgm:pt modelId="{8AD85728-265C-4607-B53A-ED0B55C6F535}" type="sibTrans" cxnId="{1524AC49-0F3B-424A-829B-9FBBEBA0014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161CFFC-7CD5-4434-BE57-1F2E98D3E208}" type="pres">
      <dgm:prSet presAssocID="{8E18ABFD-80C7-4A60-906C-615C9ADEA1B5}" presName="Name0" presStyleCnt="0">
        <dgm:presLayoutVars>
          <dgm:animLvl val="lvl"/>
          <dgm:resizeHandles val="exact"/>
        </dgm:presLayoutVars>
      </dgm:prSet>
      <dgm:spPr/>
    </dgm:pt>
    <dgm:pt modelId="{A5F899AA-894D-4A34-B7B0-9C816F941068}" type="pres">
      <dgm:prSet presAssocID="{80069757-D7F1-479C-9B3F-4744A036EB97}" presName="compositeNode" presStyleCnt="0">
        <dgm:presLayoutVars>
          <dgm:bulletEnabled val="1"/>
        </dgm:presLayoutVars>
      </dgm:prSet>
      <dgm:spPr/>
    </dgm:pt>
    <dgm:pt modelId="{226EBBFC-2D00-4BBB-9D21-A6497FEE77B0}" type="pres">
      <dgm:prSet presAssocID="{80069757-D7F1-479C-9B3F-4744A036EB97}" presName="bgRect" presStyleLbl="bgAccFollowNode1" presStyleIdx="0" presStyleCnt="3"/>
      <dgm:spPr/>
    </dgm:pt>
    <dgm:pt modelId="{B4341950-413E-469B-9601-C52D153F6AB6}" type="pres">
      <dgm:prSet presAssocID="{E490F337-1F18-48B2-A535-EBBD8936054E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7270A21-9171-4055-90FC-09D7C8BB22B8}" type="pres">
      <dgm:prSet presAssocID="{80069757-D7F1-479C-9B3F-4744A036EB97}" presName="bottomLine" presStyleLbl="alignNode1" presStyleIdx="1" presStyleCnt="6">
        <dgm:presLayoutVars/>
      </dgm:prSet>
      <dgm:spPr/>
    </dgm:pt>
    <dgm:pt modelId="{C8D6C59B-3ED4-4865-AB22-813E810B6BC4}" type="pres">
      <dgm:prSet presAssocID="{80069757-D7F1-479C-9B3F-4744A036EB97}" presName="nodeText" presStyleLbl="bgAccFollowNode1" presStyleIdx="0" presStyleCnt="3">
        <dgm:presLayoutVars>
          <dgm:bulletEnabled val="1"/>
        </dgm:presLayoutVars>
      </dgm:prSet>
      <dgm:spPr/>
    </dgm:pt>
    <dgm:pt modelId="{24FF7390-F016-456F-B135-89EE74BCBABC}" type="pres">
      <dgm:prSet presAssocID="{E490F337-1F18-48B2-A535-EBBD8936054E}" presName="sibTrans" presStyleCnt="0"/>
      <dgm:spPr/>
    </dgm:pt>
    <dgm:pt modelId="{704B0FAB-2203-4BCD-9A3D-9076A59A88BA}" type="pres">
      <dgm:prSet presAssocID="{F2E66817-DC0F-4879-9006-BAE60545A64A}" presName="compositeNode" presStyleCnt="0">
        <dgm:presLayoutVars>
          <dgm:bulletEnabled val="1"/>
        </dgm:presLayoutVars>
      </dgm:prSet>
      <dgm:spPr/>
    </dgm:pt>
    <dgm:pt modelId="{452AF433-1245-4512-A909-D2C8581E847E}" type="pres">
      <dgm:prSet presAssocID="{F2E66817-DC0F-4879-9006-BAE60545A64A}" presName="bgRect" presStyleLbl="bgAccFollowNode1" presStyleIdx="1" presStyleCnt="3"/>
      <dgm:spPr/>
    </dgm:pt>
    <dgm:pt modelId="{FAAC6404-2B8F-4868-81C4-B859B4CA82A6}" type="pres">
      <dgm:prSet presAssocID="{41532809-E70C-47B1-BA81-0378D5F00102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C0DB8EA0-3AC6-451E-A1F3-CC6E46E9D482}" type="pres">
      <dgm:prSet presAssocID="{F2E66817-DC0F-4879-9006-BAE60545A64A}" presName="bottomLine" presStyleLbl="alignNode1" presStyleIdx="3" presStyleCnt="6">
        <dgm:presLayoutVars/>
      </dgm:prSet>
      <dgm:spPr/>
    </dgm:pt>
    <dgm:pt modelId="{4B226575-BCEF-45F7-9BC8-3C4365C35EE2}" type="pres">
      <dgm:prSet presAssocID="{F2E66817-DC0F-4879-9006-BAE60545A64A}" presName="nodeText" presStyleLbl="bgAccFollowNode1" presStyleIdx="1" presStyleCnt="3">
        <dgm:presLayoutVars>
          <dgm:bulletEnabled val="1"/>
        </dgm:presLayoutVars>
      </dgm:prSet>
      <dgm:spPr/>
    </dgm:pt>
    <dgm:pt modelId="{27CE6207-837B-4369-B34E-413EDEC81555}" type="pres">
      <dgm:prSet presAssocID="{41532809-E70C-47B1-BA81-0378D5F00102}" presName="sibTrans" presStyleCnt="0"/>
      <dgm:spPr/>
    </dgm:pt>
    <dgm:pt modelId="{3B5E2233-8185-4AF4-B870-D0B744465221}" type="pres">
      <dgm:prSet presAssocID="{E5D3B160-D027-4B73-A4D7-9E05B6B4E2C6}" presName="compositeNode" presStyleCnt="0">
        <dgm:presLayoutVars>
          <dgm:bulletEnabled val="1"/>
        </dgm:presLayoutVars>
      </dgm:prSet>
      <dgm:spPr/>
    </dgm:pt>
    <dgm:pt modelId="{AD22DA03-E8CA-4C3B-BEB9-C44F84751121}" type="pres">
      <dgm:prSet presAssocID="{E5D3B160-D027-4B73-A4D7-9E05B6B4E2C6}" presName="bgRect" presStyleLbl="bgAccFollowNode1" presStyleIdx="2" presStyleCnt="3"/>
      <dgm:spPr/>
    </dgm:pt>
    <dgm:pt modelId="{E713B8CA-E8F1-4C45-8B41-0613D2DDB9DD}" type="pres">
      <dgm:prSet presAssocID="{8AD85728-265C-4607-B53A-ED0B55C6F535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BEDFFB9-587B-4631-B43B-5CAF87F029A8}" type="pres">
      <dgm:prSet presAssocID="{E5D3B160-D027-4B73-A4D7-9E05B6B4E2C6}" presName="bottomLine" presStyleLbl="alignNode1" presStyleIdx="5" presStyleCnt="6">
        <dgm:presLayoutVars/>
      </dgm:prSet>
      <dgm:spPr/>
    </dgm:pt>
    <dgm:pt modelId="{67C7AB16-A307-46D8-BEDD-40D95AA371A2}" type="pres">
      <dgm:prSet presAssocID="{E5D3B160-D027-4B73-A4D7-9E05B6B4E2C6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9174603-D606-464A-A50F-D59C421C5D13}" type="presOf" srcId="{E490F337-1F18-48B2-A535-EBBD8936054E}" destId="{B4341950-413E-469B-9601-C52D153F6AB6}" srcOrd="0" destOrd="0" presId="urn:microsoft.com/office/officeart/2016/7/layout/BasicLinearProcessNumbered"/>
    <dgm:cxn modelId="{DD883B12-A249-4263-80FD-2C933FA85631}" type="presOf" srcId="{8AD85728-265C-4607-B53A-ED0B55C6F535}" destId="{E713B8CA-E8F1-4C45-8B41-0613D2DDB9DD}" srcOrd="0" destOrd="0" presId="urn:microsoft.com/office/officeart/2016/7/layout/BasicLinearProcessNumbered"/>
    <dgm:cxn modelId="{27154117-B100-483D-AA9C-B97F2132D503}" srcId="{8E18ABFD-80C7-4A60-906C-615C9ADEA1B5}" destId="{F2E66817-DC0F-4879-9006-BAE60545A64A}" srcOrd="1" destOrd="0" parTransId="{D3CE6D01-CBE5-4125-A392-991122D93A52}" sibTransId="{41532809-E70C-47B1-BA81-0378D5F00102}"/>
    <dgm:cxn modelId="{E1411923-8255-4E7A-808A-02AF61A478C4}" type="presOf" srcId="{F2E66817-DC0F-4879-9006-BAE60545A64A}" destId="{4B226575-BCEF-45F7-9BC8-3C4365C35EE2}" srcOrd="1" destOrd="0" presId="urn:microsoft.com/office/officeart/2016/7/layout/BasicLinearProcessNumbered"/>
    <dgm:cxn modelId="{DF4D8737-46BE-4010-9DF2-93D0C65CDDCA}" srcId="{8E18ABFD-80C7-4A60-906C-615C9ADEA1B5}" destId="{80069757-D7F1-479C-9B3F-4744A036EB97}" srcOrd="0" destOrd="0" parTransId="{684FD777-43D2-4827-ABA5-6820DF37431A}" sibTransId="{E490F337-1F18-48B2-A535-EBBD8936054E}"/>
    <dgm:cxn modelId="{1524AC49-0F3B-424A-829B-9FBBEBA00147}" srcId="{8E18ABFD-80C7-4A60-906C-615C9ADEA1B5}" destId="{E5D3B160-D027-4B73-A4D7-9E05B6B4E2C6}" srcOrd="2" destOrd="0" parTransId="{1C21AA35-2D8A-4224-8520-140564D050BE}" sibTransId="{8AD85728-265C-4607-B53A-ED0B55C6F535}"/>
    <dgm:cxn modelId="{41A3B574-D19B-44DA-968C-29E7B86D84E5}" type="presOf" srcId="{80069757-D7F1-479C-9B3F-4744A036EB97}" destId="{226EBBFC-2D00-4BBB-9D21-A6497FEE77B0}" srcOrd="0" destOrd="0" presId="urn:microsoft.com/office/officeart/2016/7/layout/BasicLinearProcessNumbered"/>
    <dgm:cxn modelId="{C2CEE057-6E6E-41AA-BE92-9E952723EADC}" type="presOf" srcId="{E5D3B160-D027-4B73-A4D7-9E05B6B4E2C6}" destId="{67C7AB16-A307-46D8-BEDD-40D95AA371A2}" srcOrd="1" destOrd="0" presId="urn:microsoft.com/office/officeart/2016/7/layout/BasicLinearProcessNumbered"/>
    <dgm:cxn modelId="{69322B8D-B36C-4D6B-A14B-F5059D9F7376}" type="presOf" srcId="{80069757-D7F1-479C-9B3F-4744A036EB97}" destId="{C8D6C59B-3ED4-4865-AB22-813E810B6BC4}" srcOrd="1" destOrd="0" presId="urn:microsoft.com/office/officeart/2016/7/layout/BasicLinearProcessNumbered"/>
    <dgm:cxn modelId="{6E970EAC-415E-46E8-8138-17DFCBE20DA8}" type="presOf" srcId="{F2E66817-DC0F-4879-9006-BAE60545A64A}" destId="{452AF433-1245-4512-A909-D2C8581E847E}" srcOrd="0" destOrd="0" presId="urn:microsoft.com/office/officeart/2016/7/layout/BasicLinearProcessNumbered"/>
    <dgm:cxn modelId="{59B65ABC-89B8-493F-B2FE-D266B26A7DF8}" type="presOf" srcId="{E5D3B160-D027-4B73-A4D7-9E05B6B4E2C6}" destId="{AD22DA03-E8CA-4C3B-BEB9-C44F84751121}" srcOrd="0" destOrd="0" presId="urn:microsoft.com/office/officeart/2016/7/layout/BasicLinearProcessNumbered"/>
    <dgm:cxn modelId="{97FD6ED8-1D5E-444A-9B4E-02656142A26B}" type="presOf" srcId="{41532809-E70C-47B1-BA81-0378D5F00102}" destId="{FAAC6404-2B8F-4868-81C4-B859B4CA82A6}" srcOrd="0" destOrd="0" presId="urn:microsoft.com/office/officeart/2016/7/layout/BasicLinearProcessNumbered"/>
    <dgm:cxn modelId="{677643F2-DFEC-454D-9A1C-661BC0270518}" type="presOf" srcId="{8E18ABFD-80C7-4A60-906C-615C9ADEA1B5}" destId="{8161CFFC-7CD5-4434-BE57-1F2E98D3E208}" srcOrd="0" destOrd="0" presId="urn:microsoft.com/office/officeart/2016/7/layout/BasicLinearProcessNumbered"/>
    <dgm:cxn modelId="{F3D0487B-A436-4F72-94C7-A25A5C836814}" type="presParOf" srcId="{8161CFFC-7CD5-4434-BE57-1F2E98D3E208}" destId="{A5F899AA-894D-4A34-B7B0-9C816F941068}" srcOrd="0" destOrd="0" presId="urn:microsoft.com/office/officeart/2016/7/layout/BasicLinearProcessNumbered"/>
    <dgm:cxn modelId="{4E035C8C-D192-451A-901F-95D2C03A570D}" type="presParOf" srcId="{A5F899AA-894D-4A34-B7B0-9C816F941068}" destId="{226EBBFC-2D00-4BBB-9D21-A6497FEE77B0}" srcOrd="0" destOrd="0" presId="urn:microsoft.com/office/officeart/2016/7/layout/BasicLinearProcessNumbered"/>
    <dgm:cxn modelId="{8583DE32-CAE7-46D8-93BD-B33B484D884C}" type="presParOf" srcId="{A5F899AA-894D-4A34-B7B0-9C816F941068}" destId="{B4341950-413E-469B-9601-C52D153F6AB6}" srcOrd="1" destOrd="0" presId="urn:microsoft.com/office/officeart/2016/7/layout/BasicLinearProcessNumbered"/>
    <dgm:cxn modelId="{71C1CF76-E362-4540-A845-BC021432C963}" type="presParOf" srcId="{A5F899AA-894D-4A34-B7B0-9C816F941068}" destId="{77270A21-9171-4055-90FC-09D7C8BB22B8}" srcOrd="2" destOrd="0" presId="urn:microsoft.com/office/officeart/2016/7/layout/BasicLinearProcessNumbered"/>
    <dgm:cxn modelId="{D0DD9337-D719-4B6C-8335-D30A833E3E0A}" type="presParOf" srcId="{A5F899AA-894D-4A34-B7B0-9C816F941068}" destId="{C8D6C59B-3ED4-4865-AB22-813E810B6BC4}" srcOrd="3" destOrd="0" presId="urn:microsoft.com/office/officeart/2016/7/layout/BasicLinearProcessNumbered"/>
    <dgm:cxn modelId="{736E05C3-ABB6-4D9A-AA5B-E5C74426C68F}" type="presParOf" srcId="{8161CFFC-7CD5-4434-BE57-1F2E98D3E208}" destId="{24FF7390-F016-456F-B135-89EE74BCBABC}" srcOrd="1" destOrd="0" presId="urn:microsoft.com/office/officeart/2016/7/layout/BasicLinearProcessNumbered"/>
    <dgm:cxn modelId="{52EAD198-CC7A-4A58-AE29-A43D1193CF60}" type="presParOf" srcId="{8161CFFC-7CD5-4434-BE57-1F2E98D3E208}" destId="{704B0FAB-2203-4BCD-9A3D-9076A59A88BA}" srcOrd="2" destOrd="0" presId="urn:microsoft.com/office/officeart/2016/7/layout/BasicLinearProcessNumbered"/>
    <dgm:cxn modelId="{0FA93000-8640-49B2-951E-9193827EFFE4}" type="presParOf" srcId="{704B0FAB-2203-4BCD-9A3D-9076A59A88BA}" destId="{452AF433-1245-4512-A909-D2C8581E847E}" srcOrd="0" destOrd="0" presId="urn:microsoft.com/office/officeart/2016/7/layout/BasicLinearProcessNumbered"/>
    <dgm:cxn modelId="{7FFABC10-DFBD-4595-8F24-D10E9C86B784}" type="presParOf" srcId="{704B0FAB-2203-4BCD-9A3D-9076A59A88BA}" destId="{FAAC6404-2B8F-4868-81C4-B859B4CA82A6}" srcOrd="1" destOrd="0" presId="urn:microsoft.com/office/officeart/2016/7/layout/BasicLinearProcessNumbered"/>
    <dgm:cxn modelId="{C433CDEC-161F-4AAD-9BCA-A68032C79E05}" type="presParOf" srcId="{704B0FAB-2203-4BCD-9A3D-9076A59A88BA}" destId="{C0DB8EA0-3AC6-451E-A1F3-CC6E46E9D482}" srcOrd="2" destOrd="0" presId="urn:microsoft.com/office/officeart/2016/7/layout/BasicLinearProcessNumbered"/>
    <dgm:cxn modelId="{8083C118-4069-43BA-9CEC-BED234680C43}" type="presParOf" srcId="{704B0FAB-2203-4BCD-9A3D-9076A59A88BA}" destId="{4B226575-BCEF-45F7-9BC8-3C4365C35EE2}" srcOrd="3" destOrd="0" presId="urn:microsoft.com/office/officeart/2016/7/layout/BasicLinearProcessNumbered"/>
    <dgm:cxn modelId="{52F7A209-9E50-4CD1-BD9B-7E49EFF5A4FB}" type="presParOf" srcId="{8161CFFC-7CD5-4434-BE57-1F2E98D3E208}" destId="{27CE6207-837B-4369-B34E-413EDEC81555}" srcOrd="3" destOrd="0" presId="urn:microsoft.com/office/officeart/2016/7/layout/BasicLinearProcessNumbered"/>
    <dgm:cxn modelId="{67DF842A-F29E-43BF-BB4D-A6A17289E457}" type="presParOf" srcId="{8161CFFC-7CD5-4434-BE57-1F2E98D3E208}" destId="{3B5E2233-8185-4AF4-B870-D0B744465221}" srcOrd="4" destOrd="0" presId="urn:microsoft.com/office/officeart/2016/7/layout/BasicLinearProcessNumbered"/>
    <dgm:cxn modelId="{2980F136-09DA-482C-B29D-27E79134FEC5}" type="presParOf" srcId="{3B5E2233-8185-4AF4-B870-D0B744465221}" destId="{AD22DA03-E8CA-4C3B-BEB9-C44F84751121}" srcOrd="0" destOrd="0" presId="urn:microsoft.com/office/officeart/2016/7/layout/BasicLinearProcessNumbered"/>
    <dgm:cxn modelId="{59061A8E-D2C9-4733-B98B-EC8D7DFDB710}" type="presParOf" srcId="{3B5E2233-8185-4AF4-B870-D0B744465221}" destId="{E713B8CA-E8F1-4C45-8B41-0613D2DDB9DD}" srcOrd="1" destOrd="0" presId="urn:microsoft.com/office/officeart/2016/7/layout/BasicLinearProcessNumbered"/>
    <dgm:cxn modelId="{B0DE801D-B757-4E73-ACDE-0E708610F0F9}" type="presParOf" srcId="{3B5E2233-8185-4AF4-B870-D0B744465221}" destId="{EBEDFFB9-587B-4631-B43B-5CAF87F029A8}" srcOrd="2" destOrd="0" presId="urn:microsoft.com/office/officeart/2016/7/layout/BasicLinearProcessNumbered"/>
    <dgm:cxn modelId="{9BEA943E-B53D-400C-A353-A1F7F4E19409}" type="presParOf" srcId="{3B5E2233-8185-4AF4-B870-D0B744465221}" destId="{67C7AB16-A307-46D8-BEDD-40D95AA371A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89CCB9-6957-4F4E-BBA7-5CE83CC1112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BCF734C-5335-45FD-9A5A-EE6464A4F3C5}">
      <dgm:prSet/>
      <dgm:spPr/>
      <dgm:t>
        <a:bodyPr/>
        <a:lstStyle/>
        <a:p>
          <a:pPr>
            <a:defRPr cap="all"/>
          </a:pPr>
          <a:r>
            <a:rPr lang="en-US" b="0" i="0"/>
            <a:t>Resize volumes easily.</a:t>
          </a:r>
          <a:endParaRPr lang="en-US"/>
        </a:p>
      </dgm:t>
    </dgm:pt>
    <dgm:pt modelId="{891C5307-6673-42AC-92C0-7DF9375991F3}" type="parTrans" cxnId="{6F596669-04EC-4AF0-BD40-320B81F22E9F}">
      <dgm:prSet/>
      <dgm:spPr/>
      <dgm:t>
        <a:bodyPr/>
        <a:lstStyle/>
        <a:p>
          <a:endParaRPr lang="en-US"/>
        </a:p>
      </dgm:t>
    </dgm:pt>
    <dgm:pt modelId="{1858BAC4-9EC0-45B9-A55D-8D2FC301C240}" type="sibTrans" cxnId="{6F596669-04EC-4AF0-BD40-320B81F22E9F}">
      <dgm:prSet/>
      <dgm:spPr/>
      <dgm:t>
        <a:bodyPr/>
        <a:lstStyle/>
        <a:p>
          <a:endParaRPr lang="en-US"/>
        </a:p>
      </dgm:t>
    </dgm:pt>
    <dgm:pt modelId="{EAA4672E-4307-403D-9EAE-35CC3BC38560}">
      <dgm:prSet/>
      <dgm:spPr/>
      <dgm:t>
        <a:bodyPr/>
        <a:lstStyle/>
        <a:p>
          <a:pPr>
            <a:defRPr cap="all"/>
          </a:pPr>
          <a:r>
            <a:rPr lang="en-US" b="0" i="0"/>
            <a:t>Create snapshots.</a:t>
          </a:r>
          <a:endParaRPr lang="en-US"/>
        </a:p>
      </dgm:t>
    </dgm:pt>
    <dgm:pt modelId="{81ED79BB-0FC3-42C2-BBA8-F925D8343DD7}" type="parTrans" cxnId="{FD79DCC4-F530-429A-BE9A-04791247F3A7}">
      <dgm:prSet/>
      <dgm:spPr/>
      <dgm:t>
        <a:bodyPr/>
        <a:lstStyle/>
        <a:p>
          <a:endParaRPr lang="en-US"/>
        </a:p>
      </dgm:t>
    </dgm:pt>
    <dgm:pt modelId="{EEA8959B-7394-427B-9EDF-43212E78DA33}" type="sibTrans" cxnId="{FD79DCC4-F530-429A-BE9A-04791247F3A7}">
      <dgm:prSet/>
      <dgm:spPr/>
      <dgm:t>
        <a:bodyPr/>
        <a:lstStyle/>
        <a:p>
          <a:endParaRPr lang="en-US"/>
        </a:p>
      </dgm:t>
    </dgm:pt>
    <dgm:pt modelId="{36FE6F4F-4C91-4F1D-A4AE-47509DE325B6}">
      <dgm:prSet/>
      <dgm:spPr/>
      <dgm:t>
        <a:bodyPr/>
        <a:lstStyle/>
        <a:p>
          <a:pPr>
            <a:defRPr cap="all"/>
          </a:pPr>
          <a:r>
            <a:rPr lang="en-US" b="0" i="0"/>
            <a:t>Efficient use of disk space.</a:t>
          </a:r>
          <a:endParaRPr lang="en-US"/>
        </a:p>
      </dgm:t>
    </dgm:pt>
    <dgm:pt modelId="{9DA5271C-B9DB-4226-8865-E1D4847F5DC7}" type="parTrans" cxnId="{8575EB0B-6A7D-434F-912C-EF82015594DF}">
      <dgm:prSet/>
      <dgm:spPr/>
      <dgm:t>
        <a:bodyPr/>
        <a:lstStyle/>
        <a:p>
          <a:endParaRPr lang="en-US"/>
        </a:p>
      </dgm:t>
    </dgm:pt>
    <dgm:pt modelId="{438B42FA-A20B-4B3C-81FE-E04078C73FC6}" type="sibTrans" cxnId="{8575EB0B-6A7D-434F-912C-EF82015594DF}">
      <dgm:prSet/>
      <dgm:spPr/>
      <dgm:t>
        <a:bodyPr/>
        <a:lstStyle/>
        <a:p>
          <a:endParaRPr lang="en-US"/>
        </a:p>
      </dgm:t>
    </dgm:pt>
    <dgm:pt modelId="{C801ECCD-AA7A-447C-94B7-E66AA0A4DB25}">
      <dgm:prSet/>
      <dgm:spPr/>
      <dgm:t>
        <a:bodyPr/>
        <a:lstStyle/>
        <a:p>
          <a:pPr>
            <a:defRPr cap="all"/>
          </a:pPr>
          <a:r>
            <a:rPr lang="en-US" b="0" i="0"/>
            <a:t>Add new disks to volume groups without downtime.</a:t>
          </a:r>
          <a:endParaRPr lang="en-US"/>
        </a:p>
      </dgm:t>
    </dgm:pt>
    <dgm:pt modelId="{182FDD81-86B3-4416-87D8-EF322EC4CF03}" type="parTrans" cxnId="{6E2CF817-9601-45F9-AE66-B1F6DD5441EA}">
      <dgm:prSet/>
      <dgm:spPr/>
      <dgm:t>
        <a:bodyPr/>
        <a:lstStyle/>
        <a:p>
          <a:endParaRPr lang="en-US"/>
        </a:p>
      </dgm:t>
    </dgm:pt>
    <dgm:pt modelId="{D628D6FF-81EA-47ED-948B-8B275BD7189C}" type="sibTrans" cxnId="{6E2CF817-9601-45F9-AE66-B1F6DD5441EA}">
      <dgm:prSet/>
      <dgm:spPr/>
      <dgm:t>
        <a:bodyPr/>
        <a:lstStyle/>
        <a:p>
          <a:endParaRPr lang="en-US"/>
        </a:p>
      </dgm:t>
    </dgm:pt>
    <dgm:pt modelId="{E9EDB7E2-2B33-4766-9B79-5978E4EC0401}" type="pres">
      <dgm:prSet presAssocID="{AE89CCB9-6957-4F4E-BBA7-5CE83CC11129}" presName="root" presStyleCnt="0">
        <dgm:presLayoutVars>
          <dgm:dir/>
          <dgm:resizeHandles val="exact"/>
        </dgm:presLayoutVars>
      </dgm:prSet>
      <dgm:spPr/>
    </dgm:pt>
    <dgm:pt modelId="{1427DD67-98DE-4148-95F8-BE51C8CB6933}" type="pres">
      <dgm:prSet presAssocID="{BBCF734C-5335-45FD-9A5A-EE6464A4F3C5}" presName="compNode" presStyleCnt="0"/>
      <dgm:spPr/>
    </dgm:pt>
    <dgm:pt modelId="{2EE62466-269F-45D7-A56F-9658E4765721}" type="pres">
      <dgm:prSet presAssocID="{BBCF734C-5335-45FD-9A5A-EE6464A4F3C5}" presName="iconBgRect" presStyleLbl="bgShp" presStyleIdx="0" presStyleCnt="4"/>
      <dgm:spPr/>
    </dgm:pt>
    <dgm:pt modelId="{F646B457-32F8-4CF5-9971-3AC51C2147A6}" type="pres">
      <dgm:prSet presAssocID="{BBCF734C-5335-45FD-9A5A-EE6464A4F3C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8F58E09C-F157-45D3-9465-13FB5B1A11BF}" type="pres">
      <dgm:prSet presAssocID="{BBCF734C-5335-45FD-9A5A-EE6464A4F3C5}" presName="spaceRect" presStyleCnt="0"/>
      <dgm:spPr/>
    </dgm:pt>
    <dgm:pt modelId="{809885FC-4CB4-4ACE-889A-6CF282D819A8}" type="pres">
      <dgm:prSet presAssocID="{BBCF734C-5335-45FD-9A5A-EE6464A4F3C5}" presName="textRect" presStyleLbl="revTx" presStyleIdx="0" presStyleCnt="4">
        <dgm:presLayoutVars>
          <dgm:chMax val="1"/>
          <dgm:chPref val="1"/>
        </dgm:presLayoutVars>
      </dgm:prSet>
      <dgm:spPr/>
    </dgm:pt>
    <dgm:pt modelId="{8F3650CE-BB97-4122-95CD-802E0EC6E72D}" type="pres">
      <dgm:prSet presAssocID="{1858BAC4-9EC0-45B9-A55D-8D2FC301C240}" presName="sibTrans" presStyleCnt="0"/>
      <dgm:spPr/>
    </dgm:pt>
    <dgm:pt modelId="{8812272D-9C3B-4A46-828C-C8DF4BF3E9B6}" type="pres">
      <dgm:prSet presAssocID="{EAA4672E-4307-403D-9EAE-35CC3BC38560}" presName="compNode" presStyleCnt="0"/>
      <dgm:spPr/>
    </dgm:pt>
    <dgm:pt modelId="{DF7068C9-3235-43E6-A8DC-A02B57EE169B}" type="pres">
      <dgm:prSet presAssocID="{EAA4672E-4307-403D-9EAE-35CC3BC38560}" presName="iconBgRect" presStyleLbl="bgShp" presStyleIdx="1" presStyleCnt="4"/>
      <dgm:spPr/>
    </dgm:pt>
    <dgm:pt modelId="{36DA0534-D325-43EF-AF3C-DD756510AF09}" type="pres">
      <dgm:prSet presAssocID="{EAA4672E-4307-403D-9EAE-35CC3BC3856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6415F977-06CC-44C5-9663-D5FADA1FF199}" type="pres">
      <dgm:prSet presAssocID="{EAA4672E-4307-403D-9EAE-35CC3BC38560}" presName="spaceRect" presStyleCnt="0"/>
      <dgm:spPr/>
    </dgm:pt>
    <dgm:pt modelId="{440BF34F-02BE-4221-A4B8-147E80E2D813}" type="pres">
      <dgm:prSet presAssocID="{EAA4672E-4307-403D-9EAE-35CC3BC38560}" presName="textRect" presStyleLbl="revTx" presStyleIdx="1" presStyleCnt="4">
        <dgm:presLayoutVars>
          <dgm:chMax val="1"/>
          <dgm:chPref val="1"/>
        </dgm:presLayoutVars>
      </dgm:prSet>
      <dgm:spPr/>
    </dgm:pt>
    <dgm:pt modelId="{94FCEA0B-BBA3-4FEF-A8B0-BC1217D25CC3}" type="pres">
      <dgm:prSet presAssocID="{EEA8959B-7394-427B-9EDF-43212E78DA33}" presName="sibTrans" presStyleCnt="0"/>
      <dgm:spPr/>
    </dgm:pt>
    <dgm:pt modelId="{E9693E1A-3CA9-4132-B4D3-B7C88EDFB9DF}" type="pres">
      <dgm:prSet presAssocID="{36FE6F4F-4C91-4F1D-A4AE-47509DE325B6}" presName="compNode" presStyleCnt="0"/>
      <dgm:spPr/>
    </dgm:pt>
    <dgm:pt modelId="{661E50E7-4753-41D6-B231-CFB7AE5C92AD}" type="pres">
      <dgm:prSet presAssocID="{36FE6F4F-4C91-4F1D-A4AE-47509DE325B6}" presName="iconBgRect" presStyleLbl="bgShp" presStyleIdx="2" presStyleCnt="4"/>
      <dgm:spPr/>
    </dgm:pt>
    <dgm:pt modelId="{D341D39B-179E-471A-9B13-803221C1CC9F}" type="pres">
      <dgm:prSet presAssocID="{36FE6F4F-4C91-4F1D-A4AE-47509DE325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E286472-FF8B-4CB9-9C53-9FCF37EB6A80}" type="pres">
      <dgm:prSet presAssocID="{36FE6F4F-4C91-4F1D-A4AE-47509DE325B6}" presName="spaceRect" presStyleCnt="0"/>
      <dgm:spPr/>
    </dgm:pt>
    <dgm:pt modelId="{252F7477-F64F-4200-96C7-3929D06E882B}" type="pres">
      <dgm:prSet presAssocID="{36FE6F4F-4C91-4F1D-A4AE-47509DE325B6}" presName="textRect" presStyleLbl="revTx" presStyleIdx="2" presStyleCnt="4">
        <dgm:presLayoutVars>
          <dgm:chMax val="1"/>
          <dgm:chPref val="1"/>
        </dgm:presLayoutVars>
      </dgm:prSet>
      <dgm:spPr/>
    </dgm:pt>
    <dgm:pt modelId="{CCF134C6-7EA8-4FAC-A3C8-B00F79CA8450}" type="pres">
      <dgm:prSet presAssocID="{438B42FA-A20B-4B3C-81FE-E04078C73FC6}" presName="sibTrans" presStyleCnt="0"/>
      <dgm:spPr/>
    </dgm:pt>
    <dgm:pt modelId="{B21C94C5-6769-48D1-9B10-AFCB6E3DBFE6}" type="pres">
      <dgm:prSet presAssocID="{C801ECCD-AA7A-447C-94B7-E66AA0A4DB25}" presName="compNode" presStyleCnt="0"/>
      <dgm:spPr/>
    </dgm:pt>
    <dgm:pt modelId="{4E55C6D1-DF9F-4028-B58F-B10F715BB231}" type="pres">
      <dgm:prSet presAssocID="{C801ECCD-AA7A-447C-94B7-E66AA0A4DB25}" presName="iconBgRect" presStyleLbl="bgShp" presStyleIdx="3" presStyleCnt="4"/>
      <dgm:spPr/>
    </dgm:pt>
    <dgm:pt modelId="{AB30A98E-4461-4E1E-AB2A-F262D8799B48}" type="pres">
      <dgm:prSet presAssocID="{C801ECCD-AA7A-447C-94B7-E66AA0A4DB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1AB34E0-7B90-4951-8BE9-23F4424D93A3}" type="pres">
      <dgm:prSet presAssocID="{C801ECCD-AA7A-447C-94B7-E66AA0A4DB25}" presName="spaceRect" presStyleCnt="0"/>
      <dgm:spPr/>
    </dgm:pt>
    <dgm:pt modelId="{9DB368B1-962C-4C5C-A870-29E5911FADCD}" type="pres">
      <dgm:prSet presAssocID="{C801ECCD-AA7A-447C-94B7-E66AA0A4DB2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575EB0B-6A7D-434F-912C-EF82015594DF}" srcId="{AE89CCB9-6957-4F4E-BBA7-5CE83CC11129}" destId="{36FE6F4F-4C91-4F1D-A4AE-47509DE325B6}" srcOrd="2" destOrd="0" parTransId="{9DA5271C-B9DB-4226-8865-E1D4847F5DC7}" sibTransId="{438B42FA-A20B-4B3C-81FE-E04078C73FC6}"/>
    <dgm:cxn modelId="{6E2CF817-9601-45F9-AE66-B1F6DD5441EA}" srcId="{AE89CCB9-6957-4F4E-BBA7-5CE83CC11129}" destId="{C801ECCD-AA7A-447C-94B7-E66AA0A4DB25}" srcOrd="3" destOrd="0" parTransId="{182FDD81-86B3-4416-87D8-EF322EC4CF03}" sibTransId="{D628D6FF-81EA-47ED-948B-8B275BD7189C}"/>
    <dgm:cxn modelId="{204F6926-5F54-4084-A67D-61144107C78C}" type="presOf" srcId="{EAA4672E-4307-403D-9EAE-35CC3BC38560}" destId="{440BF34F-02BE-4221-A4B8-147E80E2D813}" srcOrd="0" destOrd="0" presId="urn:microsoft.com/office/officeart/2018/5/layout/IconCircleLabelList"/>
    <dgm:cxn modelId="{EE88F12C-2395-4622-A309-712D520B9FAB}" type="presOf" srcId="{AE89CCB9-6957-4F4E-BBA7-5CE83CC11129}" destId="{E9EDB7E2-2B33-4766-9B79-5978E4EC0401}" srcOrd="0" destOrd="0" presId="urn:microsoft.com/office/officeart/2018/5/layout/IconCircleLabelList"/>
    <dgm:cxn modelId="{381CE930-A190-41F2-A1CA-ACC843EF27B4}" type="presOf" srcId="{C801ECCD-AA7A-447C-94B7-E66AA0A4DB25}" destId="{9DB368B1-962C-4C5C-A870-29E5911FADCD}" srcOrd="0" destOrd="0" presId="urn:microsoft.com/office/officeart/2018/5/layout/IconCircleLabelList"/>
    <dgm:cxn modelId="{6F596669-04EC-4AF0-BD40-320B81F22E9F}" srcId="{AE89CCB9-6957-4F4E-BBA7-5CE83CC11129}" destId="{BBCF734C-5335-45FD-9A5A-EE6464A4F3C5}" srcOrd="0" destOrd="0" parTransId="{891C5307-6673-42AC-92C0-7DF9375991F3}" sibTransId="{1858BAC4-9EC0-45B9-A55D-8D2FC301C240}"/>
    <dgm:cxn modelId="{6C641C8C-2D41-4A15-993B-A8827D916E1B}" type="presOf" srcId="{36FE6F4F-4C91-4F1D-A4AE-47509DE325B6}" destId="{252F7477-F64F-4200-96C7-3929D06E882B}" srcOrd="0" destOrd="0" presId="urn:microsoft.com/office/officeart/2018/5/layout/IconCircleLabelList"/>
    <dgm:cxn modelId="{FD79DCC4-F530-429A-BE9A-04791247F3A7}" srcId="{AE89CCB9-6957-4F4E-BBA7-5CE83CC11129}" destId="{EAA4672E-4307-403D-9EAE-35CC3BC38560}" srcOrd="1" destOrd="0" parTransId="{81ED79BB-0FC3-42C2-BBA8-F925D8343DD7}" sibTransId="{EEA8959B-7394-427B-9EDF-43212E78DA33}"/>
    <dgm:cxn modelId="{FE8722FE-4F26-4593-A56D-1744DD1C77BB}" type="presOf" srcId="{BBCF734C-5335-45FD-9A5A-EE6464A4F3C5}" destId="{809885FC-4CB4-4ACE-889A-6CF282D819A8}" srcOrd="0" destOrd="0" presId="urn:microsoft.com/office/officeart/2018/5/layout/IconCircleLabelList"/>
    <dgm:cxn modelId="{6361607A-8A75-41BF-9116-E9782711F76C}" type="presParOf" srcId="{E9EDB7E2-2B33-4766-9B79-5978E4EC0401}" destId="{1427DD67-98DE-4148-95F8-BE51C8CB6933}" srcOrd="0" destOrd="0" presId="urn:microsoft.com/office/officeart/2018/5/layout/IconCircleLabelList"/>
    <dgm:cxn modelId="{C0E787B6-75A5-42E7-8FD9-7D57DED5F600}" type="presParOf" srcId="{1427DD67-98DE-4148-95F8-BE51C8CB6933}" destId="{2EE62466-269F-45D7-A56F-9658E4765721}" srcOrd="0" destOrd="0" presId="urn:microsoft.com/office/officeart/2018/5/layout/IconCircleLabelList"/>
    <dgm:cxn modelId="{C8999328-5FBF-49BF-A2BA-C78684EF2A0E}" type="presParOf" srcId="{1427DD67-98DE-4148-95F8-BE51C8CB6933}" destId="{F646B457-32F8-4CF5-9971-3AC51C2147A6}" srcOrd="1" destOrd="0" presId="urn:microsoft.com/office/officeart/2018/5/layout/IconCircleLabelList"/>
    <dgm:cxn modelId="{A135B433-7A39-447A-AB1C-C766062BD0D7}" type="presParOf" srcId="{1427DD67-98DE-4148-95F8-BE51C8CB6933}" destId="{8F58E09C-F157-45D3-9465-13FB5B1A11BF}" srcOrd="2" destOrd="0" presId="urn:microsoft.com/office/officeart/2018/5/layout/IconCircleLabelList"/>
    <dgm:cxn modelId="{54EEB96A-8CB1-43E5-B809-BA5C550BDEC7}" type="presParOf" srcId="{1427DD67-98DE-4148-95F8-BE51C8CB6933}" destId="{809885FC-4CB4-4ACE-889A-6CF282D819A8}" srcOrd="3" destOrd="0" presId="urn:microsoft.com/office/officeart/2018/5/layout/IconCircleLabelList"/>
    <dgm:cxn modelId="{AE071C06-C116-41CD-A86D-BAF11AD8DB9C}" type="presParOf" srcId="{E9EDB7E2-2B33-4766-9B79-5978E4EC0401}" destId="{8F3650CE-BB97-4122-95CD-802E0EC6E72D}" srcOrd="1" destOrd="0" presId="urn:microsoft.com/office/officeart/2018/5/layout/IconCircleLabelList"/>
    <dgm:cxn modelId="{68FFCCAD-A5B3-4EEB-8BD7-45575294BFCC}" type="presParOf" srcId="{E9EDB7E2-2B33-4766-9B79-5978E4EC0401}" destId="{8812272D-9C3B-4A46-828C-C8DF4BF3E9B6}" srcOrd="2" destOrd="0" presId="urn:microsoft.com/office/officeart/2018/5/layout/IconCircleLabelList"/>
    <dgm:cxn modelId="{E65FE61F-243A-49BC-898F-FAE1CCB27E04}" type="presParOf" srcId="{8812272D-9C3B-4A46-828C-C8DF4BF3E9B6}" destId="{DF7068C9-3235-43E6-A8DC-A02B57EE169B}" srcOrd="0" destOrd="0" presId="urn:microsoft.com/office/officeart/2018/5/layout/IconCircleLabelList"/>
    <dgm:cxn modelId="{EB8F9753-E742-4649-BBFE-A8BB4D996E0D}" type="presParOf" srcId="{8812272D-9C3B-4A46-828C-C8DF4BF3E9B6}" destId="{36DA0534-D325-43EF-AF3C-DD756510AF09}" srcOrd="1" destOrd="0" presId="urn:microsoft.com/office/officeart/2018/5/layout/IconCircleLabelList"/>
    <dgm:cxn modelId="{36D4F4ED-EEFF-4C33-B54F-97EAE8D02A2A}" type="presParOf" srcId="{8812272D-9C3B-4A46-828C-C8DF4BF3E9B6}" destId="{6415F977-06CC-44C5-9663-D5FADA1FF199}" srcOrd="2" destOrd="0" presId="urn:microsoft.com/office/officeart/2018/5/layout/IconCircleLabelList"/>
    <dgm:cxn modelId="{47D7C6C0-DDC4-45ED-B7A2-6067CE8C4239}" type="presParOf" srcId="{8812272D-9C3B-4A46-828C-C8DF4BF3E9B6}" destId="{440BF34F-02BE-4221-A4B8-147E80E2D813}" srcOrd="3" destOrd="0" presId="urn:microsoft.com/office/officeart/2018/5/layout/IconCircleLabelList"/>
    <dgm:cxn modelId="{4DCE40B6-7C7C-48C8-850D-4BA7831126E1}" type="presParOf" srcId="{E9EDB7E2-2B33-4766-9B79-5978E4EC0401}" destId="{94FCEA0B-BBA3-4FEF-A8B0-BC1217D25CC3}" srcOrd="3" destOrd="0" presId="urn:microsoft.com/office/officeart/2018/5/layout/IconCircleLabelList"/>
    <dgm:cxn modelId="{8F49BDE1-4E47-4CDE-863B-17B43821EA50}" type="presParOf" srcId="{E9EDB7E2-2B33-4766-9B79-5978E4EC0401}" destId="{E9693E1A-3CA9-4132-B4D3-B7C88EDFB9DF}" srcOrd="4" destOrd="0" presId="urn:microsoft.com/office/officeart/2018/5/layout/IconCircleLabelList"/>
    <dgm:cxn modelId="{15935002-B758-48C1-96A3-3814BF741BF6}" type="presParOf" srcId="{E9693E1A-3CA9-4132-B4D3-B7C88EDFB9DF}" destId="{661E50E7-4753-41D6-B231-CFB7AE5C92AD}" srcOrd="0" destOrd="0" presId="urn:microsoft.com/office/officeart/2018/5/layout/IconCircleLabelList"/>
    <dgm:cxn modelId="{EEF00FEE-9A20-49D5-B618-11C1E3406605}" type="presParOf" srcId="{E9693E1A-3CA9-4132-B4D3-B7C88EDFB9DF}" destId="{D341D39B-179E-471A-9B13-803221C1CC9F}" srcOrd="1" destOrd="0" presId="urn:microsoft.com/office/officeart/2018/5/layout/IconCircleLabelList"/>
    <dgm:cxn modelId="{9BCF2F46-5404-4DFB-9292-B17DB3B75F31}" type="presParOf" srcId="{E9693E1A-3CA9-4132-B4D3-B7C88EDFB9DF}" destId="{FE286472-FF8B-4CB9-9C53-9FCF37EB6A80}" srcOrd="2" destOrd="0" presId="urn:microsoft.com/office/officeart/2018/5/layout/IconCircleLabelList"/>
    <dgm:cxn modelId="{604BC95E-5A70-4417-B885-681DC57E49E3}" type="presParOf" srcId="{E9693E1A-3CA9-4132-B4D3-B7C88EDFB9DF}" destId="{252F7477-F64F-4200-96C7-3929D06E882B}" srcOrd="3" destOrd="0" presId="urn:microsoft.com/office/officeart/2018/5/layout/IconCircleLabelList"/>
    <dgm:cxn modelId="{84134BF4-5D01-410D-87DD-39EC0DEE288A}" type="presParOf" srcId="{E9EDB7E2-2B33-4766-9B79-5978E4EC0401}" destId="{CCF134C6-7EA8-4FAC-A3C8-B00F79CA8450}" srcOrd="5" destOrd="0" presId="urn:microsoft.com/office/officeart/2018/5/layout/IconCircleLabelList"/>
    <dgm:cxn modelId="{0163C54F-680F-46EB-9F14-0210F83023B8}" type="presParOf" srcId="{E9EDB7E2-2B33-4766-9B79-5978E4EC0401}" destId="{B21C94C5-6769-48D1-9B10-AFCB6E3DBFE6}" srcOrd="6" destOrd="0" presId="urn:microsoft.com/office/officeart/2018/5/layout/IconCircleLabelList"/>
    <dgm:cxn modelId="{11B65D96-CC8F-4116-8595-18D260AC8BAB}" type="presParOf" srcId="{B21C94C5-6769-48D1-9B10-AFCB6E3DBFE6}" destId="{4E55C6D1-DF9F-4028-B58F-B10F715BB231}" srcOrd="0" destOrd="0" presId="urn:microsoft.com/office/officeart/2018/5/layout/IconCircleLabelList"/>
    <dgm:cxn modelId="{9BFBC2ED-261E-4660-BECE-D8DE93E89E18}" type="presParOf" srcId="{B21C94C5-6769-48D1-9B10-AFCB6E3DBFE6}" destId="{AB30A98E-4461-4E1E-AB2A-F262D8799B48}" srcOrd="1" destOrd="0" presId="urn:microsoft.com/office/officeart/2018/5/layout/IconCircleLabelList"/>
    <dgm:cxn modelId="{519A66DA-0C6E-476F-9A20-FE726C87B1FE}" type="presParOf" srcId="{B21C94C5-6769-48D1-9B10-AFCB6E3DBFE6}" destId="{D1AB34E0-7B90-4951-8BE9-23F4424D93A3}" srcOrd="2" destOrd="0" presId="urn:microsoft.com/office/officeart/2018/5/layout/IconCircleLabelList"/>
    <dgm:cxn modelId="{ADF971D3-FA12-4255-8DC4-3E99F18F565D}" type="presParOf" srcId="{B21C94C5-6769-48D1-9B10-AFCB6E3DBFE6}" destId="{9DB368B1-962C-4C5C-A870-29E5911FAD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5D4D6F-1894-47F7-BFAA-6B69C5E49B44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FDBCDF6-F17D-4C99-B280-896FABE6A211}">
      <dgm:prSet/>
      <dgm:spPr/>
      <dgm:t>
        <a:bodyPr/>
        <a:lstStyle/>
        <a:p>
          <a:r>
            <a:rPr lang="en-US" b="0" i="0"/>
            <a:t>Physical Volume (PV): Hard disk or partition initialized for LVM.</a:t>
          </a:r>
          <a:endParaRPr lang="en-US"/>
        </a:p>
      </dgm:t>
    </dgm:pt>
    <dgm:pt modelId="{F0427DA7-A016-4A06-9E21-C421C4F8358E}" type="parTrans" cxnId="{42F4D851-7AEA-4F9B-B56F-958D1CC984E6}">
      <dgm:prSet/>
      <dgm:spPr/>
      <dgm:t>
        <a:bodyPr/>
        <a:lstStyle/>
        <a:p>
          <a:endParaRPr lang="en-US"/>
        </a:p>
      </dgm:t>
    </dgm:pt>
    <dgm:pt modelId="{5C35F1B3-45B8-4A20-A385-12B6355EB754}" type="sibTrans" cxnId="{42F4D851-7AEA-4F9B-B56F-958D1CC984E6}">
      <dgm:prSet/>
      <dgm:spPr/>
      <dgm:t>
        <a:bodyPr/>
        <a:lstStyle/>
        <a:p>
          <a:endParaRPr lang="en-US"/>
        </a:p>
      </dgm:t>
    </dgm:pt>
    <dgm:pt modelId="{A013AF28-83C6-49E3-A2CE-4C7D899CC968}">
      <dgm:prSet/>
      <dgm:spPr/>
      <dgm:t>
        <a:bodyPr/>
        <a:lstStyle/>
        <a:p>
          <a:r>
            <a:rPr lang="en-US" b="0" i="0"/>
            <a:t>Volume Group (VG): Group of PVs combined.</a:t>
          </a:r>
          <a:endParaRPr lang="en-US"/>
        </a:p>
      </dgm:t>
    </dgm:pt>
    <dgm:pt modelId="{E839DAB5-51FE-4913-B575-6DBDA1A065BD}" type="parTrans" cxnId="{C099A382-44CA-452A-9C49-7757DDD1FE73}">
      <dgm:prSet/>
      <dgm:spPr/>
      <dgm:t>
        <a:bodyPr/>
        <a:lstStyle/>
        <a:p>
          <a:endParaRPr lang="en-US"/>
        </a:p>
      </dgm:t>
    </dgm:pt>
    <dgm:pt modelId="{0E881014-9E48-4B7C-BBC1-0CC5D7CF481F}" type="sibTrans" cxnId="{C099A382-44CA-452A-9C49-7757DDD1FE73}">
      <dgm:prSet/>
      <dgm:spPr/>
      <dgm:t>
        <a:bodyPr/>
        <a:lstStyle/>
        <a:p>
          <a:endParaRPr lang="en-US"/>
        </a:p>
      </dgm:t>
    </dgm:pt>
    <dgm:pt modelId="{AEC5B6DC-6A18-463E-9865-5333CBA2E8E9}">
      <dgm:prSet/>
      <dgm:spPr/>
      <dgm:t>
        <a:bodyPr/>
        <a:lstStyle/>
        <a:p>
          <a:r>
            <a:rPr lang="en-US" b="0" i="0"/>
            <a:t>Logical Volume (LV): Partition created from VG, used by file systems.</a:t>
          </a:r>
          <a:endParaRPr lang="en-US"/>
        </a:p>
      </dgm:t>
    </dgm:pt>
    <dgm:pt modelId="{5EEE1701-5591-493C-8A3C-840A7986DCE6}" type="parTrans" cxnId="{B5C801B8-6870-440C-96D4-E56A56CBC262}">
      <dgm:prSet/>
      <dgm:spPr/>
      <dgm:t>
        <a:bodyPr/>
        <a:lstStyle/>
        <a:p>
          <a:endParaRPr lang="en-US"/>
        </a:p>
      </dgm:t>
    </dgm:pt>
    <dgm:pt modelId="{C48B0A35-7CAA-4B73-B8C8-C7C527D66A38}" type="sibTrans" cxnId="{B5C801B8-6870-440C-96D4-E56A56CBC262}">
      <dgm:prSet/>
      <dgm:spPr/>
      <dgm:t>
        <a:bodyPr/>
        <a:lstStyle/>
        <a:p>
          <a:endParaRPr lang="en-US"/>
        </a:p>
      </dgm:t>
    </dgm:pt>
    <dgm:pt modelId="{9C75AFF2-FB3D-44D0-8286-95F7689854B9}" type="pres">
      <dgm:prSet presAssocID="{985D4D6F-1894-47F7-BFAA-6B69C5E49B44}" presName="Name0" presStyleCnt="0">
        <dgm:presLayoutVars>
          <dgm:dir/>
          <dgm:animLvl val="lvl"/>
          <dgm:resizeHandles val="exact"/>
        </dgm:presLayoutVars>
      </dgm:prSet>
      <dgm:spPr/>
    </dgm:pt>
    <dgm:pt modelId="{231C8D53-9900-44C1-BAB3-4EDCE43191D4}" type="pres">
      <dgm:prSet presAssocID="{AEC5B6DC-6A18-463E-9865-5333CBA2E8E9}" presName="boxAndChildren" presStyleCnt="0"/>
      <dgm:spPr/>
    </dgm:pt>
    <dgm:pt modelId="{D9DF4D57-F7DD-474A-89EF-75B1A57CAA6C}" type="pres">
      <dgm:prSet presAssocID="{AEC5B6DC-6A18-463E-9865-5333CBA2E8E9}" presName="parentTextBox" presStyleLbl="node1" presStyleIdx="0" presStyleCnt="3"/>
      <dgm:spPr/>
    </dgm:pt>
    <dgm:pt modelId="{B2287C59-D878-43DF-8554-144F34C5B696}" type="pres">
      <dgm:prSet presAssocID="{0E881014-9E48-4B7C-BBC1-0CC5D7CF481F}" presName="sp" presStyleCnt="0"/>
      <dgm:spPr/>
    </dgm:pt>
    <dgm:pt modelId="{B845AD5D-D650-45B5-B9A0-CE1D3FAFDE3B}" type="pres">
      <dgm:prSet presAssocID="{A013AF28-83C6-49E3-A2CE-4C7D899CC968}" presName="arrowAndChildren" presStyleCnt="0"/>
      <dgm:spPr/>
    </dgm:pt>
    <dgm:pt modelId="{907C77E2-7661-45A1-A68F-DFB80A1B1DFC}" type="pres">
      <dgm:prSet presAssocID="{A013AF28-83C6-49E3-A2CE-4C7D899CC968}" presName="parentTextArrow" presStyleLbl="node1" presStyleIdx="1" presStyleCnt="3"/>
      <dgm:spPr/>
    </dgm:pt>
    <dgm:pt modelId="{8C1A3625-BCFF-4E33-AF7F-99D5B660A48F}" type="pres">
      <dgm:prSet presAssocID="{5C35F1B3-45B8-4A20-A385-12B6355EB754}" presName="sp" presStyleCnt="0"/>
      <dgm:spPr/>
    </dgm:pt>
    <dgm:pt modelId="{BC6E7631-C49E-45D9-AEAF-8C9D021F1935}" type="pres">
      <dgm:prSet presAssocID="{2FDBCDF6-F17D-4C99-B280-896FABE6A211}" presName="arrowAndChildren" presStyleCnt="0"/>
      <dgm:spPr/>
    </dgm:pt>
    <dgm:pt modelId="{85A003B5-25D2-40C6-980E-5ED6B34E1AAA}" type="pres">
      <dgm:prSet presAssocID="{2FDBCDF6-F17D-4C99-B280-896FABE6A211}" presName="parentTextArrow" presStyleLbl="node1" presStyleIdx="2" presStyleCnt="3"/>
      <dgm:spPr/>
    </dgm:pt>
  </dgm:ptLst>
  <dgm:cxnLst>
    <dgm:cxn modelId="{251AEE4E-06D1-45DB-B5BF-AF05D8F0F22D}" type="presOf" srcId="{A013AF28-83C6-49E3-A2CE-4C7D899CC968}" destId="{907C77E2-7661-45A1-A68F-DFB80A1B1DFC}" srcOrd="0" destOrd="0" presId="urn:microsoft.com/office/officeart/2005/8/layout/process4"/>
    <dgm:cxn modelId="{42F4D851-7AEA-4F9B-B56F-958D1CC984E6}" srcId="{985D4D6F-1894-47F7-BFAA-6B69C5E49B44}" destId="{2FDBCDF6-F17D-4C99-B280-896FABE6A211}" srcOrd="0" destOrd="0" parTransId="{F0427DA7-A016-4A06-9E21-C421C4F8358E}" sibTransId="{5C35F1B3-45B8-4A20-A385-12B6355EB754}"/>
    <dgm:cxn modelId="{756F4476-3A29-4DC4-BFF9-96BCAB37A991}" type="presOf" srcId="{2FDBCDF6-F17D-4C99-B280-896FABE6A211}" destId="{85A003B5-25D2-40C6-980E-5ED6B34E1AAA}" srcOrd="0" destOrd="0" presId="urn:microsoft.com/office/officeart/2005/8/layout/process4"/>
    <dgm:cxn modelId="{C099A382-44CA-452A-9C49-7757DDD1FE73}" srcId="{985D4D6F-1894-47F7-BFAA-6B69C5E49B44}" destId="{A013AF28-83C6-49E3-A2CE-4C7D899CC968}" srcOrd="1" destOrd="0" parTransId="{E839DAB5-51FE-4913-B575-6DBDA1A065BD}" sibTransId="{0E881014-9E48-4B7C-BBC1-0CC5D7CF481F}"/>
    <dgm:cxn modelId="{B5C801B8-6870-440C-96D4-E56A56CBC262}" srcId="{985D4D6F-1894-47F7-BFAA-6B69C5E49B44}" destId="{AEC5B6DC-6A18-463E-9865-5333CBA2E8E9}" srcOrd="2" destOrd="0" parTransId="{5EEE1701-5591-493C-8A3C-840A7986DCE6}" sibTransId="{C48B0A35-7CAA-4B73-B8C8-C7C527D66A38}"/>
    <dgm:cxn modelId="{656922C7-D172-4DB5-A045-BC96C4CC4F73}" type="presOf" srcId="{AEC5B6DC-6A18-463E-9865-5333CBA2E8E9}" destId="{D9DF4D57-F7DD-474A-89EF-75B1A57CAA6C}" srcOrd="0" destOrd="0" presId="urn:microsoft.com/office/officeart/2005/8/layout/process4"/>
    <dgm:cxn modelId="{0773F7FD-F93B-46A5-8355-28BB6184B69F}" type="presOf" srcId="{985D4D6F-1894-47F7-BFAA-6B69C5E49B44}" destId="{9C75AFF2-FB3D-44D0-8286-95F7689854B9}" srcOrd="0" destOrd="0" presId="urn:microsoft.com/office/officeart/2005/8/layout/process4"/>
    <dgm:cxn modelId="{A652CA47-6668-4585-ACF9-EE8822ECB0A4}" type="presParOf" srcId="{9C75AFF2-FB3D-44D0-8286-95F7689854B9}" destId="{231C8D53-9900-44C1-BAB3-4EDCE43191D4}" srcOrd="0" destOrd="0" presId="urn:microsoft.com/office/officeart/2005/8/layout/process4"/>
    <dgm:cxn modelId="{8A034105-437F-4CA5-9D9A-3B4A3463F206}" type="presParOf" srcId="{231C8D53-9900-44C1-BAB3-4EDCE43191D4}" destId="{D9DF4D57-F7DD-474A-89EF-75B1A57CAA6C}" srcOrd="0" destOrd="0" presId="urn:microsoft.com/office/officeart/2005/8/layout/process4"/>
    <dgm:cxn modelId="{672A7506-84DB-4887-BE20-7B801DA8E14B}" type="presParOf" srcId="{9C75AFF2-FB3D-44D0-8286-95F7689854B9}" destId="{B2287C59-D878-43DF-8554-144F34C5B696}" srcOrd="1" destOrd="0" presId="urn:microsoft.com/office/officeart/2005/8/layout/process4"/>
    <dgm:cxn modelId="{A485E7A2-52C7-4205-AB82-BE60A65231BE}" type="presParOf" srcId="{9C75AFF2-FB3D-44D0-8286-95F7689854B9}" destId="{B845AD5D-D650-45B5-B9A0-CE1D3FAFDE3B}" srcOrd="2" destOrd="0" presId="urn:microsoft.com/office/officeart/2005/8/layout/process4"/>
    <dgm:cxn modelId="{B076FEC9-9240-4703-8BF6-63AD180A4E7E}" type="presParOf" srcId="{B845AD5D-D650-45B5-B9A0-CE1D3FAFDE3B}" destId="{907C77E2-7661-45A1-A68F-DFB80A1B1DFC}" srcOrd="0" destOrd="0" presId="urn:microsoft.com/office/officeart/2005/8/layout/process4"/>
    <dgm:cxn modelId="{0D79ED90-3C25-467D-AD1A-D56665A64295}" type="presParOf" srcId="{9C75AFF2-FB3D-44D0-8286-95F7689854B9}" destId="{8C1A3625-BCFF-4E33-AF7F-99D5B660A48F}" srcOrd="3" destOrd="0" presId="urn:microsoft.com/office/officeart/2005/8/layout/process4"/>
    <dgm:cxn modelId="{E50C59A8-4314-4087-9AB3-B7CBE41124F7}" type="presParOf" srcId="{9C75AFF2-FB3D-44D0-8286-95F7689854B9}" destId="{BC6E7631-C49E-45D9-AEAF-8C9D021F1935}" srcOrd="4" destOrd="0" presId="urn:microsoft.com/office/officeart/2005/8/layout/process4"/>
    <dgm:cxn modelId="{0E0F60EB-C19F-4EFF-8245-1C625E88A170}" type="presParOf" srcId="{BC6E7631-C49E-45D9-AEAF-8C9D021F1935}" destId="{85A003B5-25D2-40C6-980E-5ED6B34E1AA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CF12A3-9190-4E46-ADCA-025EB13E8A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6FE6CD9-E2B2-4C2D-8542-3CDEAE20E9CD}">
      <dgm:prSet/>
      <dgm:spPr/>
      <dgm:t>
        <a:bodyPr/>
        <a:lstStyle/>
        <a:p>
          <a:r>
            <a:rPr lang="en-US" b="0" i="0"/>
            <a:t>• LVM provides a more flexible approach to disk management.</a:t>
          </a:r>
          <a:endParaRPr lang="en-US"/>
        </a:p>
      </dgm:t>
    </dgm:pt>
    <dgm:pt modelId="{1641FC8E-2A6D-4779-A53B-678506933EDA}" type="parTrans" cxnId="{657EB56F-7438-4ECC-B7A5-8F63ECB547C6}">
      <dgm:prSet/>
      <dgm:spPr/>
      <dgm:t>
        <a:bodyPr/>
        <a:lstStyle/>
        <a:p>
          <a:endParaRPr lang="en-US"/>
        </a:p>
      </dgm:t>
    </dgm:pt>
    <dgm:pt modelId="{D6903D81-222B-4855-BBF5-D2D014C87FE7}" type="sibTrans" cxnId="{657EB56F-7438-4ECC-B7A5-8F63ECB547C6}">
      <dgm:prSet/>
      <dgm:spPr/>
      <dgm:t>
        <a:bodyPr/>
        <a:lstStyle/>
        <a:p>
          <a:endParaRPr lang="en-US"/>
        </a:p>
      </dgm:t>
    </dgm:pt>
    <dgm:pt modelId="{52318628-B605-4F6A-9CCB-82DF4982031F}">
      <dgm:prSet/>
      <dgm:spPr/>
      <dgm:t>
        <a:bodyPr/>
        <a:lstStyle/>
        <a:p>
          <a:r>
            <a:rPr lang="en-US" b="0" i="0"/>
            <a:t>• It supports resizing, snapshots, and efficient utilization of storage.</a:t>
          </a:r>
          <a:endParaRPr lang="en-US"/>
        </a:p>
      </dgm:t>
    </dgm:pt>
    <dgm:pt modelId="{8B4B1AEF-5D10-4DB0-B4B1-0624D4651BBD}" type="parTrans" cxnId="{C0BB4B9D-C1C5-4AF2-98F8-C0789D7BF7E0}">
      <dgm:prSet/>
      <dgm:spPr/>
      <dgm:t>
        <a:bodyPr/>
        <a:lstStyle/>
        <a:p>
          <a:endParaRPr lang="en-US"/>
        </a:p>
      </dgm:t>
    </dgm:pt>
    <dgm:pt modelId="{3B1B6768-97E0-410C-8CFC-C29416D75853}" type="sibTrans" cxnId="{C0BB4B9D-C1C5-4AF2-98F8-C0789D7BF7E0}">
      <dgm:prSet/>
      <dgm:spPr/>
      <dgm:t>
        <a:bodyPr/>
        <a:lstStyle/>
        <a:p>
          <a:endParaRPr lang="en-US"/>
        </a:p>
      </dgm:t>
    </dgm:pt>
    <dgm:pt modelId="{87FCC0C0-6F99-49D7-BF24-331BE238CDB3}">
      <dgm:prSet/>
      <dgm:spPr/>
      <dgm:t>
        <a:bodyPr/>
        <a:lstStyle/>
        <a:p>
          <a:r>
            <a:rPr lang="en-US" b="0" i="0"/>
            <a:t>• Easy integration with enterprise-level systems.</a:t>
          </a:r>
          <a:endParaRPr lang="en-US"/>
        </a:p>
      </dgm:t>
    </dgm:pt>
    <dgm:pt modelId="{24ED209A-3EEE-4176-9ABD-6C297BB53BF3}" type="parTrans" cxnId="{A7EF04A1-2170-4CD9-8112-6BD2DD0009BE}">
      <dgm:prSet/>
      <dgm:spPr/>
      <dgm:t>
        <a:bodyPr/>
        <a:lstStyle/>
        <a:p>
          <a:endParaRPr lang="en-US"/>
        </a:p>
      </dgm:t>
    </dgm:pt>
    <dgm:pt modelId="{47ECA7E2-FB9D-4991-B8D8-CB9BC751ABBE}" type="sibTrans" cxnId="{A7EF04A1-2170-4CD9-8112-6BD2DD0009BE}">
      <dgm:prSet/>
      <dgm:spPr/>
      <dgm:t>
        <a:bodyPr/>
        <a:lstStyle/>
        <a:p>
          <a:endParaRPr lang="en-US"/>
        </a:p>
      </dgm:t>
    </dgm:pt>
    <dgm:pt modelId="{02B2A8BD-CE95-4284-9C49-EFF54C7EB118}" type="pres">
      <dgm:prSet presAssocID="{0CCF12A3-9190-4E46-ADCA-025EB13E8AA0}" presName="root" presStyleCnt="0">
        <dgm:presLayoutVars>
          <dgm:dir/>
          <dgm:resizeHandles val="exact"/>
        </dgm:presLayoutVars>
      </dgm:prSet>
      <dgm:spPr/>
    </dgm:pt>
    <dgm:pt modelId="{EC3D597C-0128-48C2-AA09-1BCDC750615E}" type="pres">
      <dgm:prSet presAssocID="{56FE6CD9-E2B2-4C2D-8542-3CDEAE20E9CD}" presName="compNode" presStyleCnt="0"/>
      <dgm:spPr/>
    </dgm:pt>
    <dgm:pt modelId="{E4515521-EBF1-42F8-9591-D8EE408B44E4}" type="pres">
      <dgm:prSet presAssocID="{56FE6CD9-E2B2-4C2D-8542-3CDEAE20E9CD}" presName="bgRect" presStyleLbl="bgShp" presStyleIdx="0" presStyleCnt="3"/>
      <dgm:spPr/>
    </dgm:pt>
    <dgm:pt modelId="{A2D01B4F-82BB-47D3-AD30-6AEB75587ABC}" type="pres">
      <dgm:prSet presAssocID="{56FE6CD9-E2B2-4C2D-8542-3CDEAE20E9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33558137-6A69-4C66-9723-60E3D910AA96}" type="pres">
      <dgm:prSet presAssocID="{56FE6CD9-E2B2-4C2D-8542-3CDEAE20E9CD}" presName="spaceRect" presStyleCnt="0"/>
      <dgm:spPr/>
    </dgm:pt>
    <dgm:pt modelId="{80F91359-8181-4446-BAC7-09ED3DAAD05C}" type="pres">
      <dgm:prSet presAssocID="{56FE6CD9-E2B2-4C2D-8542-3CDEAE20E9CD}" presName="parTx" presStyleLbl="revTx" presStyleIdx="0" presStyleCnt="3">
        <dgm:presLayoutVars>
          <dgm:chMax val="0"/>
          <dgm:chPref val="0"/>
        </dgm:presLayoutVars>
      </dgm:prSet>
      <dgm:spPr/>
    </dgm:pt>
    <dgm:pt modelId="{53E41521-2DCB-47B9-9FEB-3E8CBDC305B3}" type="pres">
      <dgm:prSet presAssocID="{D6903D81-222B-4855-BBF5-D2D014C87FE7}" presName="sibTrans" presStyleCnt="0"/>
      <dgm:spPr/>
    </dgm:pt>
    <dgm:pt modelId="{09A72EE0-5B90-40BF-A342-0F06E72A242E}" type="pres">
      <dgm:prSet presAssocID="{52318628-B605-4F6A-9CCB-82DF4982031F}" presName="compNode" presStyleCnt="0"/>
      <dgm:spPr/>
    </dgm:pt>
    <dgm:pt modelId="{B41BCA1F-06AD-4574-B113-2FA8DCB3C151}" type="pres">
      <dgm:prSet presAssocID="{52318628-B605-4F6A-9CCB-82DF4982031F}" presName="bgRect" presStyleLbl="bgShp" presStyleIdx="1" presStyleCnt="3"/>
      <dgm:spPr/>
    </dgm:pt>
    <dgm:pt modelId="{C87E5163-F7E9-4970-ACFF-A3CAED15F019}" type="pres">
      <dgm:prSet presAssocID="{52318628-B605-4F6A-9CCB-82DF498203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E4E8E46-47E2-4C33-BFF9-9EE7EC5FF6BF}" type="pres">
      <dgm:prSet presAssocID="{52318628-B605-4F6A-9CCB-82DF4982031F}" presName="spaceRect" presStyleCnt="0"/>
      <dgm:spPr/>
    </dgm:pt>
    <dgm:pt modelId="{65CF7DE8-EE16-449D-BBA9-819F3E65E675}" type="pres">
      <dgm:prSet presAssocID="{52318628-B605-4F6A-9CCB-82DF4982031F}" presName="parTx" presStyleLbl="revTx" presStyleIdx="1" presStyleCnt="3">
        <dgm:presLayoutVars>
          <dgm:chMax val="0"/>
          <dgm:chPref val="0"/>
        </dgm:presLayoutVars>
      </dgm:prSet>
      <dgm:spPr/>
    </dgm:pt>
    <dgm:pt modelId="{88D1C623-D103-4503-A036-C577AFB28613}" type="pres">
      <dgm:prSet presAssocID="{3B1B6768-97E0-410C-8CFC-C29416D75853}" presName="sibTrans" presStyleCnt="0"/>
      <dgm:spPr/>
    </dgm:pt>
    <dgm:pt modelId="{6C4D890B-A4E1-4970-BFF9-3B9C02E18A2F}" type="pres">
      <dgm:prSet presAssocID="{87FCC0C0-6F99-49D7-BF24-331BE238CDB3}" presName="compNode" presStyleCnt="0"/>
      <dgm:spPr/>
    </dgm:pt>
    <dgm:pt modelId="{38732820-C48F-4A80-BA93-FA92B1F5A08E}" type="pres">
      <dgm:prSet presAssocID="{87FCC0C0-6F99-49D7-BF24-331BE238CDB3}" presName="bgRect" presStyleLbl="bgShp" presStyleIdx="2" presStyleCnt="3"/>
      <dgm:spPr/>
    </dgm:pt>
    <dgm:pt modelId="{41D3B394-DA72-4FD5-A944-70FB4A039B76}" type="pres">
      <dgm:prSet presAssocID="{87FCC0C0-6F99-49D7-BF24-331BE238CD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2C5B937-6F32-4BF8-865E-02E017792EC9}" type="pres">
      <dgm:prSet presAssocID="{87FCC0C0-6F99-49D7-BF24-331BE238CDB3}" presName="spaceRect" presStyleCnt="0"/>
      <dgm:spPr/>
    </dgm:pt>
    <dgm:pt modelId="{2E7C5AFC-9C0B-4B92-B4C6-53BC0C888F44}" type="pres">
      <dgm:prSet presAssocID="{87FCC0C0-6F99-49D7-BF24-331BE238CDB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E16C110-6EB5-42BF-9E53-72B06C227B3E}" type="presOf" srcId="{0CCF12A3-9190-4E46-ADCA-025EB13E8AA0}" destId="{02B2A8BD-CE95-4284-9C49-EFF54C7EB118}" srcOrd="0" destOrd="0" presId="urn:microsoft.com/office/officeart/2018/2/layout/IconVerticalSolidList"/>
    <dgm:cxn modelId="{657EB56F-7438-4ECC-B7A5-8F63ECB547C6}" srcId="{0CCF12A3-9190-4E46-ADCA-025EB13E8AA0}" destId="{56FE6CD9-E2B2-4C2D-8542-3CDEAE20E9CD}" srcOrd="0" destOrd="0" parTransId="{1641FC8E-2A6D-4779-A53B-678506933EDA}" sibTransId="{D6903D81-222B-4855-BBF5-D2D014C87FE7}"/>
    <dgm:cxn modelId="{A17D4787-6353-4AC9-AACA-04B6C604B0CA}" type="presOf" srcId="{52318628-B605-4F6A-9CCB-82DF4982031F}" destId="{65CF7DE8-EE16-449D-BBA9-819F3E65E675}" srcOrd="0" destOrd="0" presId="urn:microsoft.com/office/officeart/2018/2/layout/IconVerticalSolidList"/>
    <dgm:cxn modelId="{37E97D97-0AB4-4EF1-B4E2-9AE5F7023FA1}" type="presOf" srcId="{87FCC0C0-6F99-49D7-BF24-331BE238CDB3}" destId="{2E7C5AFC-9C0B-4B92-B4C6-53BC0C888F44}" srcOrd="0" destOrd="0" presId="urn:microsoft.com/office/officeart/2018/2/layout/IconVerticalSolidList"/>
    <dgm:cxn modelId="{93B6319C-3F30-4E7C-BA7B-E95D22E44984}" type="presOf" srcId="{56FE6CD9-E2B2-4C2D-8542-3CDEAE20E9CD}" destId="{80F91359-8181-4446-BAC7-09ED3DAAD05C}" srcOrd="0" destOrd="0" presId="urn:microsoft.com/office/officeart/2018/2/layout/IconVerticalSolidList"/>
    <dgm:cxn modelId="{C0BB4B9D-C1C5-4AF2-98F8-C0789D7BF7E0}" srcId="{0CCF12A3-9190-4E46-ADCA-025EB13E8AA0}" destId="{52318628-B605-4F6A-9CCB-82DF4982031F}" srcOrd="1" destOrd="0" parTransId="{8B4B1AEF-5D10-4DB0-B4B1-0624D4651BBD}" sibTransId="{3B1B6768-97E0-410C-8CFC-C29416D75853}"/>
    <dgm:cxn modelId="{A7EF04A1-2170-4CD9-8112-6BD2DD0009BE}" srcId="{0CCF12A3-9190-4E46-ADCA-025EB13E8AA0}" destId="{87FCC0C0-6F99-49D7-BF24-331BE238CDB3}" srcOrd="2" destOrd="0" parTransId="{24ED209A-3EEE-4176-9ABD-6C297BB53BF3}" sibTransId="{47ECA7E2-FB9D-4991-B8D8-CB9BC751ABBE}"/>
    <dgm:cxn modelId="{2CCE05C6-6931-47D7-840E-C94B28E20977}" type="presParOf" srcId="{02B2A8BD-CE95-4284-9C49-EFF54C7EB118}" destId="{EC3D597C-0128-48C2-AA09-1BCDC750615E}" srcOrd="0" destOrd="0" presId="urn:microsoft.com/office/officeart/2018/2/layout/IconVerticalSolidList"/>
    <dgm:cxn modelId="{D2B55568-3CF6-4381-8367-DC98137A6403}" type="presParOf" srcId="{EC3D597C-0128-48C2-AA09-1BCDC750615E}" destId="{E4515521-EBF1-42F8-9591-D8EE408B44E4}" srcOrd="0" destOrd="0" presId="urn:microsoft.com/office/officeart/2018/2/layout/IconVerticalSolidList"/>
    <dgm:cxn modelId="{6152025A-FA20-4F91-ACCC-D26749EA9F3F}" type="presParOf" srcId="{EC3D597C-0128-48C2-AA09-1BCDC750615E}" destId="{A2D01B4F-82BB-47D3-AD30-6AEB75587ABC}" srcOrd="1" destOrd="0" presId="urn:microsoft.com/office/officeart/2018/2/layout/IconVerticalSolidList"/>
    <dgm:cxn modelId="{9ADA3E2A-DE1D-4556-9F5C-048BFF07F433}" type="presParOf" srcId="{EC3D597C-0128-48C2-AA09-1BCDC750615E}" destId="{33558137-6A69-4C66-9723-60E3D910AA96}" srcOrd="2" destOrd="0" presId="urn:microsoft.com/office/officeart/2018/2/layout/IconVerticalSolidList"/>
    <dgm:cxn modelId="{B4C84EF9-F414-4CD8-A550-91BF4A2DE20F}" type="presParOf" srcId="{EC3D597C-0128-48C2-AA09-1BCDC750615E}" destId="{80F91359-8181-4446-BAC7-09ED3DAAD05C}" srcOrd="3" destOrd="0" presId="urn:microsoft.com/office/officeart/2018/2/layout/IconVerticalSolidList"/>
    <dgm:cxn modelId="{ECCCCB36-77E2-43C5-A606-691F42E4E1FC}" type="presParOf" srcId="{02B2A8BD-CE95-4284-9C49-EFF54C7EB118}" destId="{53E41521-2DCB-47B9-9FEB-3E8CBDC305B3}" srcOrd="1" destOrd="0" presId="urn:microsoft.com/office/officeart/2018/2/layout/IconVerticalSolidList"/>
    <dgm:cxn modelId="{AD24D033-5D9E-4FC0-A31C-AC83DE1009AB}" type="presParOf" srcId="{02B2A8BD-CE95-4284-9C49-EFF54C7EB118}" destId="{09A72EE0-5B90-40BF-A342-0F06E72A242E}" srcOrd="2" destOrd="0" presId="urn:microsoft.com/office/officeart/2018/2/layout/IconVerticalSolidList"/>
    <dgm:cxn modelId="{00FCB0BB-D210-43B3-BF60-C051BEB228D5}" type="presParOf" srcId="{09A72EE0-5B90-40BF-A342-0F06E72A242E}" destId="{B41BCA1F-06AD-4574-B113-2FA8DCB3C151}" srcOrd="0" destOrd="0" presId="urn:microsoft.com/office/officeart/2018/2/layout/IconVerticalSolidList"/>
    <dgm:cxn modelId="{AD05EFFD-00EA-454F-9A13-BB1AD70F756F}" type="presParOf" srcId="{09A72EE0-5B90-40BF-A342-0F06E72A242E}" destId="{C87E5163-F7E9-4970-ACFF-A3CAED15F019}" srcOrd="1" destOrd="0" presId="urn:microsoft.com/office/officeart/2018/2/layout/IconVerticalSolidList"/>
    <dgm:cxn modelId="{B1314A7C-7A16-443B-93C0-381E09D9EC3C}" type="presParOf" srcId="{09A72EE0-5B90-40BF-A342-0F06E72A242E}" destId="{7E4E8E46-47E2-4C33-BFF9-9EE7EC5FF6BF}" srcOrd="2" destOrd="0" presId="urn:microsoft.com/office/officeart/2018/2/layout/IconVerticalSolidList"/>
    <dgm:cxn modelId="{529D40BD-22F8-487E-97D4-055F041B574D}" type="presParOf" srcId="{09A72EE0-5B90-40BF-A342-0F06E72A242E}" destId="{65CF7DE8-EE16-449D-BBA9-819F3E65E675}" srcOrd="3" destOrd="0" presId="urn:microsoft.com/office/officeart/2018/2/layout/IconVerticalSolidList"/>
    <dgm:cxn modelId="{F6526782-CF44-4FA4-A7E0-2F5A4F234E25}" type="presParOf" srcId="{02B2A8BD-CE95-4284-9C49-EFF54C7EB118}" destId="{88D1C623-D103-4503-A036-C577AFB28613}" srcOrd="3" destOrd="0" presId="urn:microsoft.com/office/officeart/2018/2/layout/IconVerticalSolidList"/>
    <dgm:cxn modelId="{9BE2B042-6800-41C5-A8D0-359C4067AF24}" type="presParOf" srcId="{02B2A8BD-CE95-4284-9C49-EFF54C7EB118}" destId="{6C4D890B-A4E1-4970-BFF9-3B9C02E18A2F}" srcOrd="4" destOrd="0" presId="urn:microsoft.com/office/officeart/2018/2/layout/IconVerticalSolidList"/>
    <dgm:cxn modelId="{5672F922-7D8D-4E60-9387-A1B6C1BA35E1}" type="presParOf" srcId="{6C4D890B-A4E1-4970-BFF9-3B9C02E18A2F}" destId="{38732820-C48F-4A80-BA93-FA92B1F5A08E}" srcOrd="0" destOrd="0" presId="urn:microsoft.com/office/officeart/2018/2/layout/IconVerticalSolidList"/>
    <dgm:cxn modelId="{D5D5BF8F-6D37-4D43-9589-CE6EFF52048E}" type="presParOf" srcId="{6C4D890B-A4E1-4970-BFF9-3B9C02E18A2F}" destId="{41D3B394-DA72-4FD5-A944-70FB4A039B76}" srcOrd="1" destOrd="0" presId="urn:microsoft.com/office/officeart/2018/2/layout/IconVerticalSolidList"/>
    <dgm:cxn modelId="{C06245DF-34FF-4BA3-B19E-F92FC6A508C5}" type="presParOf" srcId="{6C4D890B-A4E1-4970-BFF9-3B9C02E18A2F}" destId="{22C5B937-6F32-4BF8-865E-02E017792EC9}" srcOrd="2" destOrd="0" presId="urn:microsoft.com/office/officeart/2018/2/layout/IconVerticalSolidList"/>
    <dgm:cxn modelId="{4E15D310-7FB7-46D8-AE7A-3BF7E382FE96}" type="presParOf" srcId="{6C4D890B-A4E1-4970-BFF9-3B9C02E18A2F}" destId="{2E7C5AFC-9C0B-4B92-B4C6-53BC0C888F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EBBFC-2D00-4BBB-9D21-A6497FEE77B0}">
      <dsp:nvSpPr>
        <dsp:cNvPr id="0" name=""/>
        <dsp:cNvSpPr/>
      </dsp:nvSpPr>
      <dsp:spPr>
        <a:xfrm>
          <a:off x="0" y="0"/>
          <a:ext cx="2553602" cy="34042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089" tIns="330200" rIns="19908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• LVM is a device mapper framework that provides logical volume management.</a:t>
          </a:r>
          <a:endParaRPr lang="en-US" sz="1800" kern="1200" dirty="0"/>
        </a:p>
      </dsp:txBody>
      <dsp:txXfrm>
        <a:off x="0" y="1293625"/>
        <a:ext cx="2553602" cy="2042566"/>
      </dsp:txXfrm>
    </dsp:sp>
    <dsp:sp modelId="{B4341950-413E-469B-9601-C52D153F6AB6}">
      <dsp:nvSpPr>
        <dsp:cNvPr id="0" name=""/>
        <dsp:cNvSpPr/>
      </dsp:nvSpPr>
      <dsp:spPr>
        <a:xfrm>
          <a:off x="766159" y="340427"/>
          <a:ext cx="1021283" cy="10212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15722" y="489990"/>
        <a:ext cx="722157" cy="722157"/>
      </dsp:txXfrm>
    </dsp:sp>
    <dsp:sp modelId="{77270A21-9171-4055-90FC-09D7C8BB22B8}">
      <dsp:nvSpPr>
        <dsp:cNvPr id="0" name=""/>
        <dsp:cNvSpPr/>
      </dsp:nvSpPr>
      <dsp:spPr>
        <a:xfrm>
          <a:off x="0" y="3404205"/>
          <a:ext cx="2553602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AF433-1245-4512-A909-D2C8581E847E}">
      <dsp:nvSpPr>
        <dsp:cNvPr id="0" name=""/>
        <dsp:cNvSpPr/>
      </dsp:nvSpPr>
      <dsp:spPr>
        <a:xfrm>
          <a:off x="2808962" y="0"/>
          <a:ext cx="2553602" cy="340427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089" tIns="330200" rIns="19908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• It allows flexible disk management compared to traditional partitioning.</a:t>
          </a:r>
          <a:endParaRPr lang="en-US" sz="1800" kern="1200" dirty="0"/>
        </a:p>
      </dsp:txBody>
      <dsp:txXfrm>
        <a:off x="2808962" y="1293625"/>
        <a:ext cx="2553602" cy="2042566"/>
      </dsp:txXfrm>
    </dsp:sp>
    <dsp:sp modelId="{FAAC6404-2B8F-4868-81C4-B859B4CA82A6}">
      <dsp:nvSpPr>
        <dsp:cNvPr id="0" name=""/>
        <dsp:cNvSpPr/>
      </dsp:nvSpPr>
      <dsp:spPr>
        <a:xfrm>
          <a:off x="3575122" y="340427"/>
          <a:ext cx="1021283" cy="10212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724685" y="489990"/>
        <a:ext cx="722157" cy="722157"/>
      </dsp:txXfrm>
    </dsp:sp>
    <dsp:sp modelId="{C0DB8EA0-3AC6-451E-A1F3-CC6E46E9D482}">
      <dsp:nvSpPr>
        <dsp:cNvPr id="0" name=""/>
        <dsp:cNvSpPr/>
      </dsp:nvSpPr>
      <dsp:spPr>
        <a:xfrm>
          <a:off x="2808962" y="3404205"/>
          <a:ext cx="2553602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22DA03-E8CA-4C3B-BEB9-C44F84751121}">
      <dsp:nvSpPr>
        <dsp:cNvPr id="0" name=""/>
        <dsp:cNvSpPr/>
      </dsp:nvSpPr>
      <dsp:spPr>
        <a:xfrm>
          <a:off x="5617925" y="0"/>
          <a:ext cx="2553602" cy="340427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089" tIns="330200" rIns="19908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- Physical volumes (PVs)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- Volume groups (VGs) - - Logical volumes (LVs)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are the main components.</a:t>
          </a:r>
          <a:endParaRPr lang="en-US" sz="1300" kern="1200" dirty="0"/>
        </a:p>
      </dsp:txBody>
      <dsp:txXfrm>
        <a:off x="5617925" y="1293625"/>
        <a:ext cx="2553602" cy="2042566"/>
      </dsp:txXfrm>
    </dsp:sp>
    <dsp:sp modelId="{E713B8CA-E8F1-4C45-8B41-0613D2DDB9DD}">
      <dsp:nvSpPr>
        <dsp:cNvPr id="0" name=""/>
        <dsp:cNvSpPr/>
      </dsp:nvSpPr>
      <dsp:spPr>
        <a:xfrm>
          <a:off x="6384085" y="340427"/>
          <a:ext cx="1021283" cy="10212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623" tIns="12700" rIns="7962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533648" y="489990"/>
        <a:ext cx="722157" cy="722157"/>
      </dsp:txXfrm>
    </dsp:sp>
    <dsp:sp modelId="{EBEDFFB9-587B-4631-B43B-5CAF87F029A8}">
      <dsp:nvSpPr>
        <dsp:cNvPr id="0" name=""/>
        <dsp:cNvSpPr/>
      </dsp:nvSpPr>
      <dsp:spPr>
        <a:xfrm>
          <a:off x="5617925" y="3404205"/>
          <a:ext cx="2553602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E62466-269F-45D7-A56F-9658E4765721}">
      <dsp:nvSpPr>
        <dsp:cNvPr id="0" name=""/>
        <dsp:cNvSpPr/>
      </dsp:nvSpPr>
      <dsp:spPr>
        <a:xfrm>
          <a:off x="364264" y="62213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6B457-32F8-4CF5-9971-3AC51C2147A6}">
      <dsp:nvSpPr>
        <dsp:cNvPr id="0" name=""/>
        <dsp:cNvSpPr/>
      </dsp:nvSpPr>
      <dsp:spPr>
        <a:xfrm>
          <a:off x="59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885FC-4CB4-4ACE-889A-6CF282D819A8}">
      <dsp:nvSpPr>
        <dsp:cNvPr id="0" name=""/>
        <dsp:cNvSpPr/>
      </dsp:nvSpPr>
      <dsp:spPr>
        <a:xfrm>
          <a:off x="1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/>
            <a:t>Resize volumes easily.</a:t>
          </a:r>
          <a:endParaRPr lang="en-US" sz="1300" kern="1200"/>
        </a:p>
      </dsp:txBody>
      <dsp:txXfrm>
        <a:off x="13264" y="2062138"/>
        <a:ext cx="1800000" cy="720000"/>
      </dsp:txXfrm>
    </dsp:sp>
    <dsp:sp modelId="{DF7068C9-3235-43E6-A8DC-A02B57EE169B}">
      <dsp:nvSpPr>
        <dsp:cNvPr id="0" name=""/>
        <dsp:cNvSpPr/>
      </dsp:nvSpPr>
      <dsp:spPr>
        <a:xfrm>
          <a:off x="2479264" y="62213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DA0534-D325-43EF-AF3C-DD756510AF09}">
      <dsp:nvSpPr>
        <dsp:cNvPr id="0" name=""/>
        <dsp:cNvSpPr/>
      </dsp:nvSpPr>
      <dsp:spPr>
        <a:xfrm>
          <a:off x="271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BF34F-02BE-4221-A4B8-147E80E2D813}">
      <dsp:nvSpPr>
        <dsp:cNvPr id="0" name=""/>
        <dsp:cNvSpPr/>
      </dsp:nvSpPr>
      <dsp:spPr>
        <a:xfrm>
          <a:off x="212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/>
            <a:t>Create snapshots.</a:t>
          </a:r>
          <a:endParaRPr lang="en-US" sz="1300" kern="1200"/>
        </a:p>
      </dsp:txBody>
      <dsp:txXfrm>
        <a:off x="2128264" y="2062138"/>
        <a:ext cx="1800000" cy="720000"/>
      </dsp:txXfrm>
    </dsp:sp>
    <dsp:sp modelId="{661E50E7-4753-41D6-B231-CFB7AE5C92AD}">
      <dsp:nvSpPr>
        <dsp:cNvPr id="0" name=""/>
        <dsp:cNvSpPr/>
      </dsp:nvSpPr>
      <dsp:spPr>
        <a:xfrm>
          <a:off x="4594264" y="62213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1D39B-179E-471A-9B13-803221C1CC9F}">
      <dsp:nvSpPr>
        <dsp:cNvPr id="0" name=""/>
        <dsp:cNvSpPr/>
      </dsp:nvSpPr>
      <dsp:spPr>
        <a:xfrm>
          <a:off x="482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F7477-F64F-4200-96C7-3929D06E882B}">
      <dsp:nvSpPr>
        <dsp:cNvPr id="0" name=""/>
        <dsp:cNvSpPr/>
      </dsp:nvSpPr>
      <dsp:spPr>
        <a:xfrm>
          <a:off x="424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/>
            <a:t>Efficient use of disk space.</a:t>
          </a:r>
          <a:endParaRPr lang="en-US" sz="1300" kern="1200"/>
        </a:p>
      </dsp:txBody>
      <dsp:txXfrm>
        <a:off x="4243264" y="2062138"/>
        <a:ext cx="1800000" cy="720000"/>
      </dsp:txXfrm>
    </dsp:sp>
    <dsp:sp modelId="{4E55C6D1-DF9F-4028-B58F-B10F715BB231}">
      <dsp:nvSpPr>
        <dsp:cNvPr id="0" name=""/>
        <dsp:cNvSpPr/>
      </dsp:nvSpPr>
      <dsp:spPr>
        <a:xfrm>
          <a:off x="6709264" y="62213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0A98E-4461-4E1E-AB2A-F262D8799B48}">
      <dsp:nvSpPr>
        <dsp:cNvPr id="0" name=""/>
        <dsp:cNvSpPr/>
      </dsp:nvSpPr>
      <dsp:spPr>
        <a:xfrm>
          <a:off x="694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368B1-962C-4C5C-A870-29E5911FADCD}">
      <dsp:nvSpPr>
        <dsp:cNvPr id="0" name=""/>
        <dsp:cNvSpPr/>
      </dsp:nvSpPr>
      <dsp:spPr>
        <a:xfrm>
          <a:off x="635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/>
            <a:t>Add new disks to volume groups without downtime.</a:t>
          </a:r>
          <a:endParaRPr lang="en-US" sz="1300" kern="1200"/>
        </a:p>
      </dsp:txBody>
      <dsp:txXfrm>
        <a:off x="6358264" y="2062138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DF4D57-F7DD-474A-89EF-75B1A57CAA6C}">
      <dsp:nvSpPr>
        <dsp:cNvPr id="0" name=""/>
        <dsp:cNvSpPr/>
      </dsp:nvSpPr>
      <dsp:spPr>
        <a:xfrm>
          <a:off x="0" y="3593351"/>
          <a:ext cx="4211240" cy="11794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Logical Volume (LV): Partition created from VG, used by file systems.</a:t>
          </a:r>
          <a:endParaRPr lang="en-US" sz="2000" kern="1200"/>
        </a:p>
      </dsp:txBody>
      <dsp:txXfrm>
        <a:off x="0" y="3593351"/>
        <a:ext cx="4211240" cy="1179418"/>
      </dsp:txXfrm>
    </dsp:sp>
    <dsp:sp modelId="{907C77E2-7661-45A1-A68F-DFB80A1B1DFC}">
      <dsp:nvSpPr>
        <dsp:cNvPr id="0" name=""/>
        <dsp:cNvSpPr/>
      </dsp:nvSpPr>
      <dsp:spPr>
        <a:xfrm rot="10800000">
          <a:off x="0" y="1797097"/>
          <a:ext cx="4211240" cy="1813944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Volume Group (VG): Group of PVs combined.</a:t>
          </a:r>
          <a:endParaRPr lang="en-US" sz="2000" kern="1200"/>
        </a:p>
      </dsp:txBody>
      <dsp:txXfrm rot="10800000">
        <a:off x="0" y="1797097"/>
        <a:ext cx="4211240" cy="1178646"/>
      </dsp:txXfrm>
    </dsp:sp>
    <dsp:sp modelId="{85A003B5-25D2-40C6-980E-5ED6B34E1AAA}">
      <dsp:nvSpPr>
        <dsp:cNvPr id="0" name=""/>
        <dsp:cNvSpPr/>
      </dsp:nvSpPr>
      <dsp:spPr>
        <a:xfrm rot="10800000">
          <a:off x="0" y="843"/>
          <a:ext cx="4211240" cy="1813944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Physical Volume (PV): Hard disk or partition initialized for LVM.</a:t>
          </a:r>
          <a:endParaRPr lang="en-US" sz="2000" kern="1200"/>
        </a:p>
      </dsp:txBody>
      <dsp:txXfrm rot="10800000">
        <a:off x="0" y="843"/>
        <a:ext cx="4211240" cy="11786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515521-EBF1-42F8-9591-D8EE408B44E4}">
      <dsp:nvSpPr>
        <dsp:cNvPr id="0" name=""/>
        <dsp:cNvSpPr/>
      </dsp:nvSpPr>
      <dsp:spPr>
        <a:xfrm>
          <a:off x="0" y="558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01B4F-82BB-47D3-AD30-6AEB75587ABC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91359-8181-4446-BAC7-09ED3DAAD05C}">
      <dsp:nvSpPr>
        <dsp:cNvPr id="0" name=""/>
        <dsp:cNvSpPr/>
      </dsp:nvSpPr>
      <dsp:spPr>
        <a:xfrm>
          <a:off x="1508391" y="558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LVM provides a more flexible approach to disk management.</a:t>
          </a:r>
          <a:endParaRPr lang="en-US" sz="2000" kern="1200"/>
        </a:p>
      </dsp:txBody>
      <dsp:txXfrm>
        <a:off x="1508391" y="558"/>
        <a:ext cx="3363646" cy="1305966"/>
      </dsp:txXfrm>
    </dsp:sp>
    <dsp:sp modelId="{B41BCA1F-06AD-4574-B113-2FA8DCB3C151}">
      <dsp:nvSpPr>
        <dsp:cNvPr id="0" name=""/>
        <dsp:cNvSpPr/>
      </dsp:nvSpPr>
      <dsp:spPr>
        <a:xfrm>
          <a:off x="0" y="1633016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E5163-F7E9-4970-ACFF-A3CAED15F019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F7DE8-EE16-449D-BBA9-819F3E65E675}">
      <dsp:nvSpPr>
        <dsp:cNvPr id="0" name=""/>
        <dsp:cNvSpPr/>
      </dsp:nvSpPr>
      <dsp:spPr>
        <a:xfrm>
          <a:off x="1508391" y="1633016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It supports resizing, snapshots, and efficient utilization of storage.</a:t>
          </a:r>
          <a:endParaRPr lang="en-US" sz="2000" kern="1200"/>
        </a:p>
      </dsp:txBody>
      <dsp:txXfrm>
        <a:off x="1508391" y="1633016"/>
        <a:ext cx="3363646" cy="1305966"/>
      </dsp:txXfrm>
    </dsp:sp>
    <dsp:sp modelId="{38732820-C48F-4A80-BA93-FA92B1F5A08E}">
      <dsp:nvSpPr>
        <dsp:cNvPr id="0" name=""/>
        <dsp:cNvSpPr/>
      </dsp:nvSpPr>
      <dsp:spPr>
        <a:xfrm>
          <a:off x="0" y="3265475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3B394-DA72-4FD5-A944-70FB4A039B76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C5AFC-9C0B-4B92-B4C6-53BC0C888F44}">
      <dsp:nvSpPr>
        <dsp:cNvPr id="0" name=""/>
        <dsp:cNvSpPr/>
      </dsp:nvSpPr>
      <dsp:spPr>
        <a:xfrm>
          <a:off x="1508391" y="3265475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Easy integration with enterprise-level systems.</a:t>
          </a:r>
          <a:endParaRPr lang="en-US" sz="2000" kern="1200"/>
        </a:p>
      </dsp:txBody>
      <dsp:txXfrm>
        <a:off x="1508391" y="3265475"/>
        <a:ext cx="3363646" cy="130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4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5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1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24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6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3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2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3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7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00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7989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16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65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75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43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2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76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4009" y="1447800"/>
            <a:ext cx="3916743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>
                <a:solidFill>
                  <a:srgbClr val="EBEBEB"/>
                </a:solidFill>
              </a:rPr>
              <a:t>File system &amp;</a:t>
            </a:r>
            <a:br>
              <a:rPr lang="en-US" sz="4000">
                <a:solidFill>
                  <a:srgbClr val="EBEBEB"/>
                </a:solidFill>
              </a:rPr>
            </a:br>
            <a:r>
              <a:rPr lang="en-US" sz="4000">
                <a:solidFill>
                  <a:srgbClr val="EBEBEB"/>
                </a:solidFill>
              </a:rPr>
              <a:t>Logical Volume Management (LVM)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4009" y="4777380"/>
            <a:ext cx="3916744" cy="8614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>
                    <a:lumMod val="40000"/>
                    <a:lumOff val="60000"/>
                  </a:schemeClr>
                </a:solidFill>
              </a:rPr>
              <a:t>Linux Training Session - 2</a:t>
            </a: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101769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61473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2" name="Graphic 21" descr="Computer">
            <a:extLst>
              <a:ext uri="{FF2B5EF4-FFF2-40B4-BE49-F238E27FC236}">
                <a16:creationId xmlns:a16="http://schemas.microsoft.com/office/drawing/2014/main" id="{9B19F4D9-FA6D-221D-11F5-12A723297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430" y="2441986"/>
            <a:ext cx="2202627" cy="2202627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30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sz="2600"/>
              <a:t>File System Management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File System</a:t>
            </a:r>
            <a:r>
              <a:rPr lang="en-US" sz="1100" dirty="0"/>
              <a:t>: Organizes and stores data on storage devices.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Common Linux File Systems</a:t>
            </a:r>
            <a:r>
              <a:rPr lang="en-US" sz="1100" dirty="0"/>
              <a:t>: ext3,ext4, </a:t>
            </a:r>
            <a:r>
              <a:rPr lang="en-US" sz="1100" dirty="0" err="1"/>
              <a:t>xfs</a:t>
            </a: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Creating a Partition: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Use '</a:t>
            </a:r>
            <a:r>
              <a:rPr lang="en-US" sz="1100" dirty="0" err="1"/>
              <a:t>fdisk</a:t>
            </a:r>
            <a:r>
              <a:rPr lang="en-US" sz="1100" dirty="0"/>
              <a:t> /dev/</a:t>
            </a:r>
            <a:r>
              <a:rPr lang="en-US" sz="1100" dirty="0" err="1"/>
              <a:t>sdX</a:t>
            </a:r>
            <a:r>
              <a:rPr lang="en-US" sz="1100" dirty="0"/>
              <a:t>' -&gt; 'n' (new partition), 'p' (primary), specify size -&gt; 'w' (write).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Update the partition table: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 err="1"/>
              <a:t>partprobe</a:t>
            </a:r>
            <a:r>
              <a:rPr lang="en-US" sz="1100" dirty="0"/>
              <a:t> /dev/</a:t>
            </a:r>
            <a:r>
              <a:rPr lang="en-US" sz="1100" dirty="0" err="1"/>
              <a:t>sdX</a:t>
            </a:r>
            <a:r>
              <a:rPr lang="en-US" sz="1100" dirty="0"/>
              <a:t> (OR) partx –a /dev/</a:t>
            </a:r>
            <a:r>
              <a:rPr lang="en-US" sz="1100" dirty="0" err="1"/>
              <a:t>sdX</a:t>
            </a: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Format Partition: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'mkfs.ext4 /dev/sdX1' or '</a:t>
            </a:r>
            <a:r>
              <a:rPr lang="en-US" sz="1100" dirty="0" err="1"/>
              <a:t>mkfs.xfs</a:t>
            </a:r>
            <a:r>
              <a:rPr lang="en-US" sz="1100" dirty="0"/>
              <a:t> /dev/sdX1'.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Mounting: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'mount /dev/sdX1 /</a:t>
            </a:r>
            <a:r>
              <a:rPr lang="en-US" sz="1100" dirty="0" err="1"/>
              <a:t>mnt</a:t>
            </a:r>
            <a:r>
              <a:rPr lang="en-US" sz="1100" dirty="0"/>
              <a:t>'; add to /</a:t>
            </a:r>
            <a:r>
              <a:rPr lang="en-US" sz="1100" dirty="0" err="1"/>
              <a:t>etc</a:t>
            </a:r>
            <a:r>
              <a:rPr lang="en-US" sz="1100" dirty="0"/>
              <a:t>/</a:t>
            </a:r>
            <a:r>
              <a:rPr lang="en-US" sz="1100" dirty="0" err="1"/>
              <a:t>fstab</a:t>
            </a:r>
            <a:r>
              <a:rPr lang="en-US" sz="1100" dirty="0"/>
              <a:t> for persistent mount.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100" b="1" dirty="0"/>
              <a:t>Tools: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 err="1"/>
              <a:t>df</a:t>
            </a:r>
            <a:r>
              <a:rPr lang="en-US" sz="1100" dirty="0"/>
              <a:t> (free space)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du (dir size)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 err="1"/>
              <a:t>lsblk</a:t>
            </a:r>
            <a:r>
              <a:rPr lang="en-US" sz="1100" dirty="0"/>
              <a:t> (block devices)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 err="1"/>
              <a:t>blkid</a:t>
            </a:r>
            <a:r>
              <a:rPr lang="en-US" sz="1100" dirty="0"/>
              <a:t> (UUID info)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tune2fs (tune </a:t>
            </a:r>
            <a:r>
              <a:rPr lang="en-US" sz="1100" dirty="0" err="1"/>
              <a:t>ext</a:t>
            </a:r>
            <a:r>
              <a:rPr lang="en-US" sz="1100" dirty="0"/>
              <a:t> filesystems).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 to LVM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451064-6264-C2DE-CA72-AEDBD0B1EF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537845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Benefits of LVM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C14775-F7AA-40C3-9BB1-490D57C8F8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951660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en-US" sz="2900">
                <a:solidFill>
                  <a:srgbClr val="F2F2F2"/>
                </a:solidFill>
              </a:rPr>
              <a:t>LVM Architecture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FD759EA1-121C-EF83-CBD7-AE945E9E4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556450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Process to Create LVM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• pvcreate /dev/</a:t>
            </a:r>
            <a:r>
              <a:rPr lang="en-US" sz="1100" dirty="0" err="1"/>
              <a:t>sdX</a:t>
            </a:r>
            <a:r>
              <a:rPr lang="en-US" sz="1100" dirty="0"/>
              <a:t> – Create a physical volume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• </a:t>
            </a:r>
            <a:r>
              <a:rPr lang="en-US" sz="1100" dirty="0" err="1"/>
              <a:t>vgcreate</a:t>
            </a:r>
            <a:r>
              <a:rPr lang="en-US" sz="1100" dirty="0"/>
              <a:t> </a:t>
            </a:r>
            <a:r>
              <a:rPr lang="en-US" sz="1100" dirty="0" err="1"/>
              <a:t>vg_name</a:t>
            </a:r>
            <a:r>
              <a:rPr lang="en-US" sz="1100" dirty="0"/>
              <a:t> /dev/</a:t>
            </a:r>
            <a:r>
              <a:rPr lang="en-US" sz="1100" dirty="0" err="1"/>
              <a:t>sdX</a:t>
            </a:r>
            <a:r>
              <a:rPr lang="en-US" sz="1100" dirty="0"/>
              <a:t> – Create a volume group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• </a:t>
            </a:r>
            <a:r>
              <a:rPr lang="en-US" sz="1100" dirty="0" err="1"/>
              <a:t>lvcreate</a:t>
            </a:r>
            <a:r>
              <a:rPr lang="en-US" sz="1100" dirty="0"/>
              <a:t> -L 5G -n </a:t>
            </a:r>
            <a:r>
              <a:rPr lang="en-US" sz="1100" dirty="0" err="1"/>
              <a:t>lv_name</a:t>
            </a:r>
            <a:r>
              <a:rPr lang="en-US" sz="1100" dirty="0"/>
              <a:t> </a:t>
            </a:r>
            <a:r>
              <a:rPr lang="en-US" sz="1100" dirty="0" err="1"/>
              <a:t>vg_name</a:t>
            </a:r>
            <a:r>
              <a:rPr lang="en-US" sz="1100" dirty="0"/>
              <a:t> – Create a logical volume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• mkfs.ext4 /dev/</a:t>
            </a:r>
            <a:r>
              <a:rPr lang="en-US" sz="1100" dirty="0" err="1"/>
              <a:t>vg_name</a:t>
            </a:r>
            <a:r>
              <a:rPr lang="en-US" sz="1100" dirty="0"/>
              <a:t>/</a:t>
            </a:r>
            <a:r>
              <a:rPr lang="en-US" sz="1100" dirty="0" err="1"/>
              <a:t>lv_name</a:t>
            </a:r>
            <a:r>
              <a:rPr lang="en-US" sz="1100" dirty="0"/>
              <a:t> – Format LV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• mount /dev/</a:t>
            </a:r>
            <a:r>
              <a:rPr lang="en-US" sz="1100" dirty="0" err="1"/>
              <a:t>vg_name</a:t>
            </a:r>
            <a:r>
              <a:rPr lang="en-US" sz="1100" dirty="0"/>
              <a:t>/</a:t>
            </a:r>
            <a:r>
              <a:rPr lang="en-US" sz="1100" dirty="0" err="1"/>
              <a:t>lv_name</a:t>
            </a:r>
            <a:r>
              <a:rPr lang="en-US" sz="1100" dirty="0"/>
              <a:t> /</a:t>
            </a:r>
            <a:r>
              <a:rPr lang="en-US" sz="1100" dirty="0" err="1"/>
              <a:t>mnt</a:t>
            </a:r>
            <a:r>
              <a:rPr lang="en-US" sz="1100" dirty="0"/>
              <a:t> – Mount the volume temporarily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• To check mount: mount | grep </a:t>
            </a:r>
            <a:r>
              <a:rPr lang="en-US" sz="1100" dirty="0" err="1"/>
              <a:t>lv_name</a:t>
            </a:r>
            <a:r>
              <a:rPr lang="en-US" sz="1100" dirty="0"/>
              <a:t> OR </a:t>
            </a:r>
            <a:r>
              <a:rPr lang="en-US" sz="1100" dirty="0" err="1"/>
              <a:t>df</a:t>
            </a:r>
            <a:r>
              <a:rPr lang="en-US" sz="1100" dirty="0"/>
              <a:t> -h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• Permanent mount: Add entry in /</a:t>
            </a:r>
            <a:r>
              <a:rPr lang="en-US" sz="1100" dirty="0" err="1"/>
              <a:t>etc</a:t>
            </a:r>
            <a:r>
              <a:rPr lang="en-US" sz="1100" dirty="0"/>
              <a:t>/</a:t>
            </a:r>
            <a:r>
              <a:rPr lang="en-US" sz="1100" dirty="0" err="1"/>
              <a:t>fstab</a:t>
            </a: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100" u="sng" dirty="0"/>
              <a:t>Format: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  </a:t>
            </a:r>
            <a:r>
              <a:rPr lang="en-US" sz="1100" dirty="0" err="1"/>
              <a:t>Device_Name</a:t>
            </a:r>
            <a:r>
              <a:rPr lang="en-US" sz="1100" dirty="0"/>
              <a:t>         </a:t>
            </a:r>
            <a:r>
              <a:rPr lang="en-US" sz="1100" dirty="0" err="1"/>
              <a:t>Mount_Point</a:t>
            </a:r>
            <a:r>
              <a:rPr lang="en-US" sz="1100" dirty="0"/>
              <a:t>     </a:t>
            </a:r>
            <a:r>
              <a:rPr lang="en-US" sz="1100" dirty="0" err="1"/>
              <a:t>FSType</a:t>
            </a:r>
            <a:r>
              <a:rPr lang="en-US" sz="1100" dirty="0"/>
              <a:t>   Options   Dump   Pass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  /dev/</a:t>
            </a:r>
            <a:r>
              <a:rPr lang="en-US" sz="1100" dirty="0" err="1"/>
              <a:t>vg_name</a:t>
            </a:r>
            <a:r>
              <a:rPr lang="en-US" sz="1100" dirty="0"/>
              <a:t>/</a:t>
            </a:r>
            <a:r>
              <a:rPr lang="en-US" sz="1100" dirty="0" err="1"/>
              <a:t>lv_name</a:t>
            </a:r>
            <a:r>
              <a:rPr lang="en-US" sz="1100" dirty="0"/>
              <a:t>   /</a:t>
            </a:r>
            <a:r>
              <a:rPr lang="en-US" sz="1100" dirty="0" err="1"/>
              <a:t>mnt</a:t>
            </a:r>
            <a:r>
              <a:rPr lang="en-US" sz="1100" dirty="0"/>
              <a:t>           ext4     defaults   0      0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100" u="sng" dirty="0"/>
              <a:t>FYI, meaning of dump and sequence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• dump: Used by the 'dump' utility to decide if a filesystem needs backup (0 = disable).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• pass: Used by '</a:t>
            </a:r>
            <a:r>
              <a:rPr lang="en-US" sz="1100" dirty="0" err="1"/>
              <a:t>fsck</a:t>
            </a:r>
            <a:r>
              <a:rPr lang="en-US" sz="1100" dirty="0"/>
              <a:t>' to define check order during boot.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   - 0 = No check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   - 1 = Check first (root /)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 dirty="0"/>
              <a:t>   - 2 = Check after root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dirty="0"/>
              <a:t>Resize and Snapshot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1200" dirty="0"/>
              <a:t>• </a:t>
            </a:r>
            <a:r>
              <a:rPr sz="1200" dirty="0" err="1"/>
              <a:t>lvextend</a:t>
            </a:r>
            <a:r>
              <a:rPr sz="1200" dirty="0"/>
              <a:t> -L +2G /dev/</a:t>
            </a:r>
            <a:r>
              <a:rPr sz="1200" dirty="0" err="1"/>
              <a:t>vg_name</a:t>
            </a:r>
            <a:r>
              <a:rPr sz="1200" dirty="0"/>
              <a:t>/</a:t>
            </a:r>
            <a:r>
              <a:rPr sz="1200" dirty="0" err="1"/>
              <a:t>lv_name</a:t>
            </a:r>
            <a:endParaRPr sz="1200" dirty="0"/>
          </a:p>
          <a:p>
            <a:pPr marL="0" indent="0">
              <a:buNone/>
            </a:pPr>
            <a:r>
              <a:rPr sz="1200" dirty="0"/>
              <a:t>• resize2fs /dev/</a:t>
            </a:r>
            <a:r>
              <a:rPr sz="1200" dirty="0" err="1"/>
              <a:t>vg_name</a:t>
            </a:r>
            <a:r>
              <a:rPr sz="1200" dirty="0"/>
              <a:t>/</a:t>
            </a:r>
            <a:r>
              <a:rPr sz="1200" dirty="0" err="1"/>
              <a:t>lv_name</a:t>
            </a:r>
            <a:endParaRPr sz="1200" dirty="0"/>
          </a:p>
          <a:p>
            <a:pPr marL="0" indent="0">
              <a:buNone/>
            </a:pPr>
            <a:r>
              <a:rPr sz="1200" dirty="0"/>
              <a:t>• </a:t>
            </a:r>
            <a:r>
              <a:rPr sz="1200" dirty="0" err="1"/>
              <a:t>lvcreate</a:t>
            </a:r>
            <a:r>
              <a:rPr sz="1200" dirty="0"/>
              <a:t> -s -n </a:t>
            </a:r>
            <a:r>
              <a:rPr sz="1200" dirty="0" err="1"/>
              <a:t>snap_name</a:t>
            </a:r>
            <a:r>
              <a:rPr sz="1200" dirty="0"/>
              <a:t> -L 1G /dev/</a:t>
            </a:r>
            <a:r>
              <a:rPr sz="1200" dirty="0" err="1"/>
              <a:t>vg_name</a:t>
            </a:r>
            <a:r>
              <a:rPr sz="1200" dirty="0"/>
              <a:t>/</a:t>
            </a:r>
            <a:r>
              <a:rPr sz="1200" dirty="0" err="1"/>
              <a:t>lv_name</a:t>
            </a:r>
            <a:endParaRPr sz="1200" dirty="0"/>
          </a:p>
          <a:p>
            <a:pPr marL="0" indent="0">
              <a:buNone/>
            </a:pPr>
            <a:r>
              <a:rPr sz="1200" dirty="0"/>
              <a:t>• Snapshot helps in data recovery and backup.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2F2F2"/>
                </a:solidFill>
              </a:rPr>
              <a:t>Summary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82F040-E539-68D8-8D3B-4B1A0EC535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990400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</TotalTime>
  <Words>571</Words>
  <Application>Microsoft Office PowerPoint</Application>
  <PresentationFormat>On-screen Show (4:3)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File system &amp; Logical Volume Management (LVM)</vt:lpstr>
      <vt:lpstr>File System Management</vt:lpstr>
      <vt:lpstr>Introduction to LVM</vt:lpstr>
      <vt:lpstr>Benefits of LVM</vt:lpstr>
      <vt:lpstr>LVM Architecture</vt:lpstr>
      <vt:lpstr>Process to Create LVM</vt:lpstr>
      <vt:lpstr>Resize and Snapshot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Mallangi, Govardhan</cp:lastModifiedBy>
  <cp:revision>4</cp:revision>
  <dcterms:created xsi:type="dcterms:W3CDTF">2013-01-27T09:14:16Z</dcterms:created>
  <dcterms:modified xsi:type="dcterms:W3CDTF">2025-03-21T08:38:11Z</dcterms:modified>
  <cp:category/>
</cp:coreProperties>
</file>