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64" r:id="rId2"/>
    <p:sldId id="256" r:id="rId3"/>
    <p:sldId id="262" r:id="rId4"/>
    <p:sldId id="257" r:id="rId5"/>
    <p:sldId id="271" r:id="rId6"/>
    <p:sldId id="263" r:id="rId7"/>
    <p:sldId id="258" r:id="rId8"/>
    <p:sldId id="265" r:id="rId9"/>
    <p:sldId id="266" r:id="rId10"/>
    <p:sldId id="267" r:id="rId11"/>
    <p:sldId id="259" r:id="rId12"/>
    <p:sldId id="260" r:id="rId13"/>
    <p:sldId id="268" r:id="rId14"/>
    <p:sldId id="269" r:id="rId15"/>
    <p:sldId id="261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DDDB03B-36F8-2579-8A11-3EE9F3CAC031}" v="75" dt="2025-07-03T04:44:46.086"/>
    <p1510:client id="{52B48C5A-6CBC-6026-662C-BCF7062C914B}" v="36" dt="2025-07-02T12:43:38.487"/>
    <p1510:client id="{A6073633-0EA3-81B7-C95A-6D2E0019E013}" v="31" dt="2025-07-03T04:36:52.288"/>
    <p1510:client id="{D8356835-A2EA-0DAB-8791-AC756A9E0B1B}" v="1" dt="2025-07-03T04:37:15.12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jay Kumar  C S" userId="S::vijaykumar.cs@optit.in::f05bc5c3-97c4-4ec9-b808-5c26e93c9d30" providerId="AD" clId="Web-{D8356835-A2EA-0DAB-8791-AC756A9E0B1B}"/>
    <pc:docChg chg="modSld">
      <pc:chgData name="Vijay Kumar  C S" userId="S::vijaykumar.cs@optit.in::f05bc5c3-97c4-4ec9-b808-5c26e93c9d30" providerId="AD" clId="Web-{D8356835-A2EA-0DAB-8791-AC756A9E0B1B}" dt="2025-07-03T04:37:15.127" v="0"/>
      <pc:docMkLst>
        <pc:docMk/>
      </pc:docMkLst>
      <pc:sldChg chg="delSp">
        <pc:chgData name="Vijay Kumar  C S" userId="S::vijaykumar.cs@optit.in::f05bc5c3-97c4-4ec9-b808-5c26e93c9d30" providerId="AD" clId="Web-{D8356835-A2EA-0DAB-8791-AC756A9E0B1B}" dt="2025-07-03T04:37:15.127" v="0"/>
        <pc:sldMkLst>
          <pc:docMk/>
          <pc:sldMk cId="0" sldId="257"/>
        </pc:sldMkLst>
        <pc:inkChg chg="del">
          <ac:chgData name="Vijay Kumar  C S" userId="S::vijaykumar.cs@optit.in::f05bc5c3-97c4-4ec9-b808-5c26e93c9d30" providerId="AD" clId="Web-{D8356835-A2EA-0DAB-8791-AC756A9E0B1B}" dt="2025-07-03T04:37:15.127" v="0"/>
          <ac:inkMkLst>
            <pc:docMk/>
            <pc:sldMk cId="0" sldId="257"/>
            <ac:inkMk id="19" creationId="{54F5869B-F3F7-6BE2-AC96-EA2D810683A7}"/>
          </ac:inkMkLst>
        </pc:inkChg>
      </pc:sldChg>
    </pc:docChg>
  </pc:docChgLst>
  <pc:docChgLst>
    <pc:chgData name="Vijay Kumar  C S" userId="S::vijaykumar.cs@optit.in::f05bc5c3-97c4-4ec9-b808-5c26e93c9d30" providerId="AD" clId="Web-{A6073633-0EA3-81B7-C95A-6D2E0019E013}"/>
    <pc:docChg chg="modSld">
      <pc:chgData name="Vijay Kumar  C S" userId="S::vijaykumar.cs@optit.in::f05bc5c3-97c4-4ec9-b808-5c26e93c9d30" providerId="AD" clId="Web-{A6073633-0EA3-81B7-C95A-6D2E0019E013}" dt="2025-07-03T04:36:52.288" v="30"/>
      <pc:docMkLst>
        <pc:docMk/>
      </pc:docMkLst>
      <pc:sldChg chg="addSp">
        <pc:chgData name="Vijay Kumar  C S" userId="S::vijaykumar.cs@optit.in::f05bc5c3-97c4-4ec9-b808-5c26e93c9d30" providerId="AD" clId="Web-{A6073633-0EA3-81B7-C95A-6D2E0019E013}" dt="2025-07-03T04:36:52.288" v="30"/>
        <pc:sldMkLst>
          <pc:docMk/>
          <pc:sldMk cId="0" sldId="257"/>
        </pc:sldMkLst>
        <pc:inkChg chg="add">
          <ac:chgData name="Vijay Kumar  C S" userId="S::vijaykumar.cs@optit.in::f05bc5c3-97c4-4ec9-b808-5c26e93c9d30" providerId="AD" clId="Web-{A6073633-0EA3-81B7-C95A-6D2E0019E013}" dt="2025-07-03T04:36:10.771" v="0"/>
          <ac:inkMkLst>
            <pc:docMk/>
            <pc:sldMk cId="0" sldId="257"/>
            <ac:inkMk id="4" creationId="{1FEF2B2B-9411-440D-B6FF-2CD466C44388}"/>
          </ac:inkMkLst>
        </pc:inkChg>
        <pc:inkChg chg="add">
          <ac:chgData name="Vijay Kumar  C S" userId="S::vijaykumar.cs@optit.in::f05bc5c3-97c4-4ec9-b808-5c26e93c9d30" providerId="AD" clId="Web-{A6073633-0EA3-81B7-C95A-6D2E0019E013}" dt="2025-07-03T04:36:12.224" v="1"/>
          <ac:inkMkLst>
            <pc:docMk/>
            <pc:sldMk cId="0" sldId="257"/>
            <ac:inkMk id="5" creationId="{182D28B3-912A-526B-E509-EA2DA5A1FC86}"/>
          </ac:inkMkLst>
        </pc:inkChg>
        <pc:inkChg chg="add">
          <ac:chgData name="Vijay Kumar  C S" userId="S::vijaykumar.cs@optit.in::f05bc5c3-97c4-4ec9-b808-5c26e93c9d30" providerId="AD" clId="Web-{A6073633-0EA3-81B7-C95A-6D2E0019E013}" dt="2025-07-03T04:36:14.255" v="2"/>
          <ac:inkMkLst>
            <pc:docMk/>
            <pc:sldMk cId="0" sldId="257"/>
            <ac:inkMk id="6" creationId="{78652DDB-7BED-46E2-2539-F04127A3F90B}"/>
          </ac:inkMkLst>
        </pc:inkChg>
        <pc:inkChg chg="add">
          <ac:chgData name="Vijay Kumar  C S" userId="S::vijaykumar.cs@optit.in::f05bc5c3-97c4-4ec9-b808-5c26e93c9d30" providerId="AD" clId="Web-{A6073633-0EA3-81B7-C95A-6D2E0019E013}" dt="2025-07-03T04:36:16.459" v="3"/>
          <ac:inkMkLst>
            <pc:docMk/>
            <pc:sldMk cId="0" sldId="257"/>
            <ac:inkMk id="7" creationId="{E8712F2C-64C5-3E09-9801-D4289B4A2008}"/>
          </ac:inkMkLst>
        </pc:inkChg>
        <pc:inkChg chg="add">
          <ac:chgData name="Vijay Kumar  C S" userId="S::vijaykumar.cs@optit.in::f05bc5c3-97c4-4ec9-b808-5c26e93c9d30" providerId="AD" clId="Web-{A6073633-0EA3-81B7-C95A-6D2E0019E013}" dt="2025-07-03T04:36:16.474" v="4"/>
          <ac:inkMkLst>
            <pc:docMk/>
            <pc:sldMk cId="0" sldId="257"/>
            <ac:inkMk id="8" creationId="{C4E08CBD-223A-31FF-4B87-2360A02434FE}"/>
          </ac:inkMkLst>
        </pc:inkChg>
        <pc:inkChg chg="add">
          <ac:chgData name="Vijay Kumar  C S" userId="S::vijaykumar.cs@optit.in::f05bc5c3-97c4-4ec9-b808-5c26e93c9d30" providerId="AD" clId="Web-{A6073633-0EA3-81B7-C95A-6D2E0019E013}" dt="2025-07-03T04:36:16.490" v="5"/>
          <ac:inkMkLst>
            <pc:docMk/>
            <pc:sldMk cId="0" sldId="257"/>
            <ac:inkMk id="9" creationId="{00609336-C2B6-6468-3DC1-B9E73684BB1C}"/>
          </ac:inkMkLst>
        </pc:inkChg>
        <pc:inkChg chg="add">
          <ac:chgData name="Vijay Kumar  C S" userId="S::vijaykumar.cs@optit.in::f05bc5c3-97c4-4ec9-b808-5c26e93c9d30" providerId="AD" clId="Web-{A6073633-0EA3-81B7-C95A-6D2E0019E013}" dt="2025-07-03T04:36:16.990" v="6"/>
          <ac:inkMkLst>
            <pc:docMk/>
            <pc:sldMk cId="0" sldId="257"/>
            <ac:inkMk id="10" creationId="{5DC6C1F7-8A83-C2D7-0397-F03DF6858F3E}"/>
          </ac:inkMkLst>
        </pc:inkChg>
        <pc:inkChg chg="add">
          <ac:chgData name="Vijay Kumar  C S" userId="S::vijaykumar.cs@optit.in::f05bc5c3-97c4-4ec9-b808-5c26e93c9d30" providerId="AD" clId="Web-{A6073633-0EA3-81B7-C95A-6D2E0019E013}" dt="2025-07-03T04:36:20.302" v="7"/>
          <ac:inkMkLst>
            <pc:docMk/>
            <pc:sldMk cId="0" sldId="257"/>
            <ac:inkMk id="11" creationId="{B08774FD-498B-3E51-017C-B371A0815E43}"/>
          </ac:inkMkLst>
        </pc:inkChg>
        <pc:inkChg chg="add">
          <ac:chgData name="Vijay Kumar  C S" userId="S::vijaykumar.cs@optit.in::f05bc5c3-97c4-4ec9-b808-5c26e93c9d30" providerId="AD" clId="Web-{A6073633-0EA3-81B7-C95A-6D2E0019E013}" dt="2025-07-03T04:36:20.302" v="8"/>
          <ac:inkMkLst>
            <pc:docMk/>
            <pc:sldMk cId="0" sldId="257"/>
            <ac:inkMk id="12" creationId="{2053F551-3CA3-B81A-A5D0-89C404D9918E}"/>
          </ac:inkMkLst>
        </pc:inkChg>
        <pc:inkChg chg="add">
          <ac:chgData name="Vijay Kumar  C S" userId="S::vijaykumar.cs@optit.in::f05bc5c3-97c4-4ec9-b808-5c26e93c9d30" providerId="AD" clId="Web-{A6073633-0EA3-81B7-C95A-6D2E0019E013}" dt="2025-07-03T04:36:20.318" v="9"/>
          <ac:inkMkLst>
            <pc:docMk/>
            <pc:sldMk cId="0" sldId="257"/>
            <ac:inkMk id="13" creationId="{F3E2E954-2138-837A-CC6F-D50933717182}"/>
          </ac:inkMkLst>
        </pc:inkChg>
        <pc:inkChg chg="add">
          <ac:chgData name="Vijay Kumar  C S" userId="S::vijaykumar.cs@optit.in::f05bc5c3-97c4-4ec9-b808-5c26e93c9d30" providerId="AD" clId="Web-{A6073633-0EA3-81B7-C95A-6D2E0019E013}" dt="2025-07-03T04:36:20.974" v="10"/>
          <ac:inkMkLst>
            <pc:docMk/>
            <pc:sldMk cId="0" sldId="257"/>
            <ac:inkMk id="14" creationId="{A4B9008C-AB47-5F77-C4B4-7C113E5CE20D}"/>
          </ac:inkMkLst>
        </pc:inkChg>
        <pc:inkChg chg="add">
          <ac:chgData name="Vijay Kumar  C S" userId="S::vijaykumar.cs@optit.in::f05bc5c3-97c4-4ec9-b808-5c26e93c9d30" providerId="AD" clId="Web-{A6073633-0EA3-81B7-C95A-6D2E0019E013}" dt="2025-07-03T04:36:22.287" v="11"/>
          <ac:inkMkLst>
            <pc:docMk/>
            <pc:sldMk cId="0" sldId="257"/>
            <ac:inkMk id="15" creationId="{138CD161-0FA1-21B7-5C7D-922B8C07AD6A}"/>
          </ac:inkMkLst>
        </pc:inkChg>
        <pc:inkChg chg="add">
          <ac:chgData name="Vijay Kumar  C S" userId="S::vijaykumar.cs@optit.in::f05bc5c3-97c4-4ec9-b808-5c26e93c9d30" providerId="AD" clId="Web-{A6073633-0EA3-81B7-C95A-6D2E0019E013}" dt="2025-07-03T04:36:31.412" v="12"/>
          <ac:inkMkLst>
            <pc:docMk/>
            <pc:sldMk cId="0" sldId="257"/>
            <ac:inkMk id="16" creationId="{422EED4B-743D-BCD3-73D8-54DA831AC2CB}"/>
          </ac:inkMkLst>
        </pc:inkChg>
        <pc:inkChg chg="add">
          <ac:chgData name="Vijay Kumar  C S" userId="S::vijaykumar.cs@optit.in::f05bc5c3-97c4-4ec9-b808-5c26e93c9d30" providerId="AD" clId="Web-{A6073633-0EA3-81B7-C95A-6D2E0019E013}" dt="2025-07-03T04:36:31.412" v="13"/>
          <ac:inkMkLst>
            <pc:docMk/>
            <pc:sldMk cId="0" sldId="257"/>
            <ac:inkMk id="17" creationId="{7B468519-2947-8BD0-AA45-A0333CE7D518}"/>
          </ac:inkMkLst>
        </pc:inkChg>
        <pc:inkChg chg="add">
          <ac:chgData name="Vijay Kumar  C S" userId="S::vijaykumar.cs@optit.in::f05bc5c3-97c4-4ec9-b808-5c26e93c9d30" providerId="AD" clId="Web-{A6073633-0EA3-81B7-C95A-6D2E0019E013}" dt="2025-07-03T04:36:32.990" v="14"/>
          <ac:inkMkLst>
            <pc:docMk/>
            <pc:sldMk cId="0" sldId="257"/>
            <ac:inkMk id="18" creationId="{94D54146-0C63-7AE7-64F2-4E4968765374}"/>
          </ac:inkMkLst>
        </pc:inkChg>
        <pc:inkChg chg="add">
          <ac:chgData name="Vijay Kumar  C S" userId="S::vijaykumar.cs@optit.in::f05bc5c3-97c4-4ec9-b808-5c26e93c9d30" providerId="AD" clId="Web-{A6073633-0EA3-81B7-C95A-6D2E0019E013}" dt="2025-07-03T04:36:33.006" v="15"/>
          <ac:inkMkLst>
            <pc:docMk/>
            <pc:sldMk cId="0" sldId="257"/>
            <ac:inkMk id="19" creationId="{54F5869B-F3F7-6BE2-AC96-EA2D810683A7}"/>
          </ac:inkMkLst>
        </pc:inkChg>
        <pc:inkChg chg="add">
          <ac:chgData name="Vijay Kumar  C S" userId="S::vijaykumar.cs@optit.in::f05bc5c3-97c4-4ec9-b808-5c26e93c9d30" providerId="AD" clId="Web-{A6073633-0EA3-81B7-C95A-6D2E0019E013}" dt="2025-07-03T04:36:34.209" v="16"/>
          <ac:inkMkLst>
            <pc:docMk/>
            <pc:sldMk cId="0" sldId="257"/>
            <ac:inkMk id="20" creationId="{5BB6A1B9-14FA-8AB4-A93B-F48FFF1E430D}"/>
          </ac:inkMkLst>
        </pc:inkChg>
        <pc:inkChg chg="add">
          <ac:chgData name="Vijay Kumar  C S" userId="S::vijaykumar.cs@optit.in::f05bc5c3-97c4-4ec9-b808-5c26e93c9d30" providerId="AD" clId="Web-{A6073633-0EA3-81B7-C95A-6D2E0019E013}" dt="2025-07-03T04:36:34.225" v="17"/>
          <ac:inkMkLst>
            <pc:docMk/>
            <pc:sldMk cId="0" sldId="257"/>
            <ac:inkMk id="21" creationId="{905BE1F0-A2F3-8B85-1190-C7F5A3F0B578}"/>
          </ac:inkMkLst>
        </pc:inkChg>
        <pc:inkChg chg="add">
          <ac:chgData name="Vijay Kumar  C S" userId="S::vijaykumar.cs@optit.in::f05bc5c3-97c4-4ec9-b808-5c26e93c9d30" providerId="AD" clId="Web-{A6073633-0EA3-81B7-C95A-6D2E0019E013}" dt="2025-07-03T04:36:35.756" v="18"/>
          <ac:inkMkLst>
            <pc:docMk/>
            <pc:sldMk cId="0" sldId="257"/>
            <ac:inkMk id="22" creationId="{CDEC4EC1-B9B1-F87A-95AB-688F4FA8C28D}"/>
          </ac:inkMkLst>
        </pc:inkChg>
        <pc:inkChg chg="add">
          <ac:chgData name="Vijay Kumar  C S" userId="S::vijaykumar.cs@optit.in::f05bc5c3-97c4-4ec9-b808-5c26e93c9d30" providerId="AD" clId="Web-{A6073633-0EA3-81B7-C95A-6D2E0019E013}" dt="2025-07-03T04:36:35.772" v="19"/>
          <ac:inkMkLst>
            <pc:docMk/>
            <pc:sldMk cId="0" sldId="257"/>
            <ac:inkMk id="23" creationId="{04217200-B2AD-5A7D-23BB-AAE447B67F96}"/>
          </ac:inkMkLst>
        </pc:inkChg>
        <pc:inkChg chg="add">
          <ac:chgData name="Vijay Kumar  C S" userId="S::vijaykumar.cs@optit.in::f05bc5c3-97c4-4ec9-b808-5c26e93c9d30" providerId="AD" clId="Web-{A6073633-0EA3-81B7-C95A-6D2E0019E013}" dt="2025-07-03T04:36:35.772" v="20"/>
          <ac:inkMkLst>
            <pc:docMk/>
            <pc:sldMk cId="0" sldId="257"/>
            <ac:inkMk id="24" creationId="{BFBF6558-61E7-7341-CCFB-80DC9EB0D8C9}"/>
          </ac:inkMkLst>
        </pc:inkChg>
        <pc:inkChg chg="add">
          <ac:chgData name="Vijay Kumar  C S" userId="S::vijaykumar.cs@optit.in::f05bc5c3-97c4-4ec9-b808-5c26e93c9d30" providerId="AD" clId="Web-{A6073633-0EA3-81B7-C95A-6D2E0019E013}" dt="2025-07-03T04:36:36.412" v="21"/>
          <ac:inkMkLst>
            <pc:docMk/>
            <pc:sldMk cId="0" sldId="257"/>
            <ac:inkMk id="25" creationId="{B8A68174-2DE4-42F2-2B5A-3F6509FD4079}"/>
          </ac:inkMkLst>
        </pc:inkChg>
        <pc:inkChg chg="add">
          <ac:chgData name="Vijay Kumar  C S" userId="S::vijaykumar.cs@optit.in::f05bc5c3-97c4-4ec9-b808-5c26e93c9d30" providerId="AD" clId="Web-{A6073633-0EA3-81B7-C95A-6D2E0019E013}" dt="2025-07-03T04:36:36.428" v="22"/>
          <ac:inkMkLst>
            <pc:docMk/>
            <pc:sldMk cId="0" sldId="257"/>
            <ac:inkMk id="26" creationId="{929E4201-00C6-E2F7-62D6-1AFF3A180F7F}"/>
          </ac:inkMkLst>
        </pc:inkChg>
        <pc:inkChg chg="add">
          <ac:chgData name="Vijay Kumar  C S" userId="S::vijaykumar.cs@optit.in::f05bc5c3-97c4-4ec9-b808-5c26e93c9d30" providerId="AD" clId="Web-{A6073633-0EA3-81B7-C95A-6D2E0019E013}" dt="2025-07-03T04:36:36.881" v="23"/>
          <ac:inkMkLst>
            <pc:docMk/>
            <pc:sldMk cId="0" sldId="257"/>
            <ac:inkMk id="27" creationId="{C182B2F1-5F33-CFCC-109E-B509E41E55E1}"/>
          </ac:inkMkLst>
        </pc:inkChg>
        <pc:inkChg chg="add">
          <ac:chgData name="Vijay Kumar  C S" userId="S::vijaykumar.cs@optit.in::f05bc5c3-97c4-4ec9-b808-5c26e93c9d30" providerId="AD" clId="Web-{A6073633-0EA3-81B7-C95A-6D2E0019E013}" dt="2025-07-03T04:36:48.069" v="24"/>
          <ac:inkMkLst>
            <pc:docMk/>
            <pc:sldMk cId="0" sldId="257"/>
            <ac:inkMk id="28" creationId="{2E6CEEE9-EAFA-FBAC-C03B-9F387B9F566C}"/>
          </ac:inkMkLst>
        </pc:inkChg>
        <pc:inkChg chg="add">
          <ac:chgData name="Vijay Kumar  C S" userId="S::vijaykumar.cs@optit.in::f05bc5c3-97c4-4ec9-b808-5c26e93c9d30" providerId="AD" clId="Web-{A6073633-0EA3-81B7-C95A-6D2E0019E013}" dt="2025-07-03T04:36:48.069" v="25"/>
          <ac:inkMkLst>
            <pc:docMk/>
            <pc:sldMk cId="0" sldId="257"/>
            <ac:inkMk id="29" creationId="{128A69D5-85D4-245A-5BA6-C0EBE29C35B9}"/>
          </ac:inkMkLst>
        </pc:inkChg>
        <pc:inkChg chg="add">
          <ac:chgData name="Vijay Kumar  C S" userId="S::vijaykumar.cs@optit.in::f05bc5c3-97c4-4ec9-b808-5c26e93c9d30" providerId="AD" clId="Web-{A6073633-0EA3-81B7-C95A-6D2E0019E013}" dt="2025-07-03T04:36:48.084" v="26"/>
          <ac:inkMkLst>
            <pc:docMk/>
            <pc:sldMk cId="0" sldId="257"/>
            <ac:inkMk id="30" creationId="{6A6528FB-C7F3-3AC4-DD5C-EE75CF6FCE18}"/>
          </ac:inkMkLst>
        </pc:inkChg>
        <pc:inkChg chg="add">
          <ac:chgData name="Vijay Kumar  C S" userId="S::vijaykumar.cs@optit.in::f05bc5c3-97c4-4ec9-b808-5c26e93c9d30" providerId="AD" clId="Web-{A6073633-0EA3-81B7-C95A-6D2E0019E013}" dt="2025-07-03T04:36:49.022" v="27"/>
          <ac:inkMkLst>
            <pc:docMk/>
            <pc:sldMk cId="0" sldId="257"/>
            <ac:inkMk id="31" creationId="{97D1EF22-5765-387C-DB57-7E33F497A071}"/>
          </ac:inkMkLst>
        </pc:inkChg>
        <pc:inkChg chg="add">
          <ac:chgData name="Vijay Kumar  C S" userId="S::vijaykumar.cs@optit.in::f05bc5c3-97c4-4ec9-b808-5c26e93c9d30" providerId="AD" clId="Web-{A6073633-0EA3-81B7-C95A-6D2E0019E013}" dt="2025-07-03T04:36:52.272" v="28"/>
          <ac:inkMkLst>
            <pc:docMk/>
            <pc:sldMk cId="0" sldId="257"/>
            <ac:inkMk id="32" creationId="{AE5957FE-B472-3D2D-A6EB-AD8926936B96}"/>
          </ac:inkMkLst>
        </pc:inkChg>
        <pc:inkChg chg="add">
          <ac:chgData name="Vijay Kumar  C S" userId="S::vijaykumar.cs@optit.in::f05bc5c3-97c4-4ec9-b808-5c26e93c9d30" providerId="AD" clId="Web-{A6073633-0EA3-81B7-C95A-6D2E0019E013}" dt="2025-07-03T04:36:52.288" v="29"/>
          <ac:inkMkLst>
            <pc:docMk/>
            <pc:sldMk cId="0" sldId="257"/>
            <ac:inkMk id="33" creationId="{BAB8E760-F8E7-3F8F-6BA0-D6A66C8FC912}"/>
          </ac:inkMkLst>
        </pc:inkChg>
        <pc:inkChg chg="add">
          <ac:chgData name="Vijay Kumar  C S" userId="S::vijaykumar.cs@optit.in::f05bc5c3-97c4-4ec9-b808-5c26e93c9d30" providerId="AD" clId="Web-{A6073633-0EA3-81B7-C95A-6D2E0019E013}" dt="2025-07-03T04:36:52.288" v="30"/>
          <ac:inkMkLst>
            <pc:docMk/>
            <pc:sldMk cId="0" sldId="257"/>
            <ac:inkMk id="34" creationId="{82075F0B-72F4-84AD-20A8-2D1EEBF74641}"/>
          </ac:inkMkLst>
        </pc:inkChg>
      </pc:sldChg>
    </pc:docChg>
  </pc:docChgLst>
  <pc:docChgLst>
    <pc:chgData name="Vijay Kumar  C S" userId="S::vijaykumar.cs@optit.in::f05bc5c3-97c4-4ec9-b808-5c26e93c9d30" providerId="AD" clId="Web-{52B48C5A-6CBC-6026-662C-BCF7062C914B}"/>
    <pc:docChg chg="modSld">
      <pc:chgData name="Vijay Kumar  C S" userId="S::vijaykumar.cs@optit.in::f05bc5c3-97c4-4ec9-b808-5c26e93c9d30" providerId="AD" clId="Web-{52B48C5A-6CBC-6026-662C-BCF7062C914B}" dt="2025-07-02T12:43:38.487" v="35"/>
      <pc:docMkLst>
        <pc:docMk/>
      </pc:docMkLst>
      <pc:sldChg chg="addSp delSp modSp">
        <pc:chgData name="Vijay Kumar  C S" userId="S::vijaykumar.cs@optit.in::f05bc5c3-97c4-4ec9-b808-5c26e93c9d30" providerId="AD" clId="Web-{52B48C5A-6CBC-6026-662C-BCF7062C914B}" dt="2025-07-02T12:43:38.487" v="35"/>
        <pc:sldMkLst>
          <pc:docMk/>
          <pc:sldMk cId="497506859" sldId="262"/>
        </pc:sldMkLst>
        <pc:inkChg chg="add del">
          <ac:chgData name="Vijay Kumar  C S" userId="S::vijaykumar.cs@optit.in::f05bc5c3-97c4-4ec9-b808-5c26e93c9d30" providerId="AD" clId="Web-{52B48C5A-6CBC-6026-662C-BCF7062C914B}" dt="2025-07-02T12:38:47.373" v="8"/>
          <ac:inkMkLst>
            <pc:docMk/>
            <pc:sldMk cId="497506859" sldId="262"/>
            <ac:inkMk id="2" creationId="{FFBE756E-EAA3-D375-B2BD-804E37B2C221}"/>
          </ac:inkMkLst>
        </pc:inkChg>
        <pc:inkChg chg="add del">
          <ac:chgData name="Vijay Kumar  C S" userId="S::vijaykumar.cs@optit.in::f05bc5c3-97c4-4ec9-b808-5c26e93c9d30" providerId="AD" clId="Web-{52B48C5A-6CBC-6026-662C-BCF7062C914B}" dt="2025-07-02T12:39:08.889" v="12"/>
          <ac:inkMkLst>
            <pc:docMk/>
            <pc:sldMk cId="497506859" sldId="262"/>
            <ac:inkMk id="3" creationId="{DC850B3E-F298-BED0-62A6-20A0CE60AA3C}"/>
          </ac:inkMkLst>
        </pc:inkChg>
        <pc:inkChg chg="add del">
          <ac:chgData name="Vijay Kumar  C S" userId="S::vijaykumar.cs@optit.in::f05bc5c3-97c4-4ec9-b808-5c26e93c9d30" providerId="AD" clId="Web-{52B48C5A-6CBC-6026-662C-BCF7062C914B}" dt="2025-07-02T12:38:44.716" v="7"/>
          <ac:inkMkLst>
            <pc:docMk/>
            <pc:sldMk cId="497506859" sldId="262"/>
            <ac:inkMk id="4" creationId="{02E428F7-F7BD-F17B-3F77-DAAB3FF106C0}"/>
          </ac:inkMkLst>
        </pc:inkChg>
        <pc:inkChg chg="add del">
          <ac:chgData name="Vijay Kumar  C S" userId="S::vijaykumar.cs@optit.in::f05bc5c3-97c4-4ec9-b808-5c26e93c9d30" providerId="AD" clId="Web-{52B48C5A-6CBC-6026-662C-BCF7062C914B}" dt="2025-07-02T12:39:06.764" v="11"/>
          <ac:inkMkLst>
            <pc:docMk/>
            <pc:sldMk cId="497506859" sldId="262"/>
            <ac:inkMk id="6" creationId="{A9128AD5-1C85-636F-C18A-1A54BF2C89A1}"/>
          </ac:inkMkLst>
        </pc:inkChg>
        <pc:inkChg chg="add del mod">
          <ac:chgData name="Vijay Kumar  C S" userId="S::vijaykumar.cs@optit.in::f05bc5c3-97c4-4ec9-b808-5c26e93c9d30" providerId="AD" clId="Web-{52B48C5A-6CBC-6026-662C-BCF7062C914B}" dt="2025-07-02T12:38:40.607" v="6"/>
          <ac:inkMkLst>
            <pc:docMk/>
            <pc:sldMk cId="497506859" sldId="262"/>
            <ac:inkMk id="7" creationId="{05742525-2432-EDEA-D2E9-71DA68F50E0E}"/>
          </ac:inkMkLst>
        </pc:inkChg>
        <pc:inkChg chg="add del">
          <ac:chgData name="Vijay Kumar  C S" userId="S::vijaykumar.cs@optit.in::f05bc5c3-97c4-4ec9-b808-5c26e93c9d30" providerId="AD" clId="Web-{52B48C5A-6CBC-6026-662C-BCF7062C914B}" dt="2025-07-02T12:40:05.812" v="24"/>
          <ac:inkMkLst>
            <pc:docMk/>
            <pc:sldMk cId="497506859" sldId="262"/>
            <ac:inkMk id="9" creationId="{A35B9254-D468-0C67-F5C6-13C226F19D51}"/>
          </ac:inkMkLst>
        </pc:inkChg>
        <pc:inkChg chg="add del">
          <ac:chgData name="Vijay Kumar  C S" userId="S::vijaykumar.cs@optit.in::f05bc5c3-97c4-4ec9-b808-5c26e93c9d30" providerId="AD" clId="Web-{52B48C5A-6CBC-6026-662C-BCF7062C914B}" dt="2025-07-02T12:40:01.374" v="23"/>
          <ac:inkMkLst>
            <pc:docMk/>
            <pc:sldMk cId="497506859" sldId="262"/>
            <ac:inkMk id="10" creationId="{D4F238C2-9A59-05D4-9427-C27967E398FE}"/>
          </ac:inkMkLst>
        </pc:inkChg>
        <pc:inkChg chg="add del">
          <ac:chgData name="Vijay Kumar  C S" userId="S::vijaykumar.cs@optit.in::f05bc5c3-97c4-4ec9-b808-5c26e93c9d30" providerId="AD" clId="Web-{52B48C5A-6CBC-6026-662C-BCF7062C914B}" dt="2025-07-02T12:40:31.281" v="30"/>
          <ac:inkMkLst>
            <pc:docMk/>
            <pc:sldMk cId="497506859" sldId="262"/>
            <ac:inkMk id="11" creationId="{8861CAF1-B8C1-FAF8-2E7E-2CE2544BB722}"/>
          </ac:inkMkLst>
        </pc:inkChg>
        <pc:inkChg chg="add del">
          <ac:chgData name="Vijay Kumar  C S" userId="S::vijaykumar.cs@optit.in::f05bc5c3-97c4-4ec9-b808-5c26e93c9d30" providerId="AD" clId="Web-{52B48C5A-6CBC-6026-662C-BCF7062C914B}" dt="2025-07-02T12:39:59.530" v="22"/>
          <ac:inkMkLst>
            <pc:docMk/>
            <pc:sldMk cId="497506859" sldId="262"/>
            <ac:inkMk id="12" creationId="{CC237CDE-0882-BD12-FB75-D031B7FD46F5}"/>
          </ac:inkMkLst>
        </pc:inkChg>
        <pc:inkChg chg="add del">
          <ac:chgData name="Vijay Kumar  C S" userId="S::vijaykumar.cs@optit.in::f05bc5c3-97c4-4ec9-b808-5c26e93c9d30" providerId="AD" clId="Web-{52B48C5A-6CBC-6026-662C-BCF7062C914B}" dt="2025-07-02T12:40:12.031" v="26"/>
          <ac:inkMkLst>
            <pc:docMk/>
            <pc:sldMk cId="497506859" sldId="262"/>
            <ac:inkMk id="13" creationId="{0A2C6B9D-CE25-B251-147F-16A3C9F59F5D}"/>
          </ac:inkMkLst>
        </pc:inkChg>
        <pc:inkChg chg="add del">
          <ac:chgData name="Vijay Kumar  C S" userId="S::vijaykumar.cs@optit.in::f05bc5c3-97c4-4ec9-b808-5c26e93c9d30" providerId="AD" clId="Web-{52B48C5A-6CBC-6026-662C-BCF7062C914B}" dt="2025-07-02T12:40:38.687" v="33"/>
          <ac:inkMkLst>
            <pc:docMk/>
            <pc:sldMk cId="497506859" sldId="262"/>
            <ac:inkMk id="14" creationId="{F82ECFCA-EF7D-4448-603A-CC8E60A81283}"/>
          </ac:inkMkLst>
        </pc:inkChg>
        <pc:inkChg chg="add del">
          <ac:chgData name="Vijay Kumar  C S" userId="S::vijaykumar.cs@optit.in::f05bc5c3-97c4-4ec9-b808-5c26e93c9d30" providerId="AD" clId="Web-{52B48C5A-6CBC-6026-662C-BCF7062C914B}" dt="2025-07-02T12:40:10.077" v="25"/>
          <ac:inkMkLst>
            <pc:docMk/>
            <pc:sldMk cId="497506859" sldId="262"/>
            <ac:inkMk id="15" creationId="{831D185A-C4F2-1E98-C181-AFDBDEB1EF4F}"/>
          </ac:inkMkLst>
        </pc:inkChg>
        <pc:inkChg chg="add del">
          <ac:chgData name="Vijay Kumar  C S" userId="S::vijaykumar.cs@optit.in::f05bc5c3-97c4-4ec9-b808-5c26e93c9d30" providerId="AD" clId="Web-{52B48C5A-6CBC-6026-662C-BCF7062C914B}" dt="2025-07-02T12:40:14.406" v="27"/>
          <ac:inkMkLst>
            <pc:docMk/>
            <pc:sldMk cId="497506859" sldId="262"/>
            <ac:inkMk id="16" creationId="{6429C03F-7F37-54FF-7B15-2DB4B9918C96}"/>
          </ac:inkMkLst>
        </pc:inkChg>
        <pc:inkChg chg="add del">
          <ac:chgData name="Vijay Kumar  C S" userId="S::vijaykumar.cs@optit.in::f05bc5c3-97c4-4ec9-b808-5c26e93c9d30" providerId="AD" clId="Web-{52B48C5A-6CBC-6026-662C-BCF7062C914B}" dt="2025-07-02T12:40:36.578" v="32"/>
          <ac:inkMkLst>
            <pc:docMk/>
            <pc:sldMk cId="497506859" sldId="262"/>
            <ac:inkMk id="17" creationId="{A548CCDE-5EDB-8F66-84E5-5BC829EB0988}"/>
          </ac:inkMkLst>
        </pc:inkChg>
        <pc:inkChg chg="add del">
          <ac:chgData name="Vijay Kumar  C S" userId="S::vijaykumar.cs@optit.in::f05bc5c3-97c4-4ec9-b808-5c26e93c9d30" providerId="AD" clId="Web-{52B48C5A-6CBC-6026-662C-BCF7062C914B}" dt="2025-07-02T12:40:33.375" v="31"/>
          <ac:inkMkLst>
            <pc:docMk/>
            <pc:sldMk cId="497506859" sldId="262"/>
            <ac:inkMk id="18" creationId="{A65C9AC2-A9FB-6DB5-6B63-19C92C5FE428}"/>
          </ac:inkMkLst>
        </pc:inkChg>
        <pc:inkChg chg="add del">
          <ac:chgData name="Vijay Kumar  C S" userId="S::vijaykumar.cs@optit.in::f05bc5c3-97c4-4ec9-b808-5c26e93c9d30" providerId="AD" clId="Web-{52B48C5A-6CBC-6026-662C-BCF7062C914B}" dt="2025-07-02T12:43:38.487" v="35"/>
          <ac:inkMkLst>
            <pc:docMk/>
            <pc:sldMk cId="497506859" sldId="262"/>
            <ac:inkMk id="19" creationId="{04EFF4C1-68BC-86DE-D157-B72CC7266BBE}"/>
          </ac:inkMkLst>
        </pc:inkChg>
      </pc:sldChg>
    </pc:docChg>
  </pc:docChgLst>
  <pc:docChgLst>
    <pc:chgData name="Vijay Kumar  C S" userId="S::vijaykumar.cs@optit.in::f05bc5c3-97c4-4ec9-b808-5c26e93c9d30" providerId="AD" clId="Web-{4DDDB03B-36F8-2579-8A11-3EE9F3CAC031}"/>
    <pc:docChg chg="modSld">
      <pc:chgData name="Vijay Kumar  C S" userId="S::vijaykumar.cs@optit.in::f05bc5c3-97c4-4ec9-b808-5c26e93c9d30" providerId="AD" clId="Web-{4DDDB03B-36F8-2579-8A11-3EE9F3CAC031}" dt="2025-07-03T04:44:46.086" v="74"/>
      <pc:docMkLst>
        <pc:docMk/>
      </pc:docMkLst>
      <pc:sldChg chg="addSp delSp">
        <pc:chgData name="Vijay Kumar  C S" userId="S::vijaykumar.cs@optit.in::f05bc5c3-97c4-4ec9-b808-5c26e93c9d30" providerId="AD" clId="Web-{4DDDB03B-36F8-2579-8A11-3EE9F3CAC031}" dt="2025-07-03T04:44:46.086" v="74"/>
        <pc:sldMkLst>
          <pc:docMk/>
          <pc:sldMk cId="0" sldId="257"/>
        </pc:sldMkLst>
        <pc:inkChg chg="del">
          <ac:chgData name="Vijay Kumar  C S" userId="S::vijaykumar.cs@optit.in::f05bc5c3-97c4-4ec9-b808-5c26e93c9d30" providerId="AD" clId="Web-{4DDDB03B-36F8-2579-8A11-3EE9F3CAC031}" dt="2025-07-03T04:38:33.720" v="29"/>
          <ac:inkMkLst>
            <pc:docMk/>
            <pc:sldMk cId="0" sldId="257"/>
            <ac:inkMk id="4" creationId="{1FEF2B2B-9411-440D-B6FF-2CD466C44388}"/>
          </ac:inkMkLst>
        </pc:inkChg>
        <pc:inkChg chg="del">
          <ac:chgData name="Vijay Kumar  C S" userId="S::vijaykumar.cs@optit.in::f05bc5c3-97c4-4ec9-b808-5c26e93c9d30" providerId="AD" clId="Web-{4DDDB03B-36F8-2579-8A11-3EE9F3CAC031}" dt="2025-07-03T04:38:14.860" v="9"/>
          <ac:inkMkLst>
            <pc:docMk/>
            <pc:sldMk cId="0" sldId="257"/>
            <ac:inkMk id="5" creationId="{182D28B3-912A-526B-E509-EA2DA5A1FC86}"/>
          </ac:inkMkLst>
        </pc:inkChg>
        <pc:inkChg chg="del">
          <ac:chgData name="Vijay Kumar  C S" userId="S::vijaykumar.cs@optit.in::f05bc5c3-97c4-4ec9-b808-5c26e93c9d30" providerId="AD" clId="Web-{4DDDB03B-36F8-2579-8A11-3EE9F3CAC031}" dt="2025-07-03T04:38:14.860" v="8"/>
          <ac:inkMkLst>
            <pc:docMk/>
            <pc:sldMk cId="0" sldId="257"/>
            <ac:inkMk id="6" creationId="{78652DDB-7BED-46E2-2539-F04127A3F90B}"/>
          </ac:inkMkLst>
        </pc:inkChg>
        <pc:inkChg chg="del">
          <ac:chgData name="Vijay Kumar  C S" userId="S::vijaykumar.cs@optit.in::f05bc5c3-97c4-4ec9-b808-5c26e93c9d30" providerId="AD" clId="Web-{4DDDB03B-36F8-2579-8A11-3EE9F3CAC031}" dt="2025-07-03T04:38:19.329" v="19"/>
          <ac:inkMkLst>
            <pc:docMk/>
            <pc:sldMk cId="0" sldId="257"/>
            <ac:inkMk id="7" creationId="{E8712F2C-64C5-3E09-9801-D4289B4A2008}"/>
          </ac:inkMkLst>
        </pc:inkChg>
        <pc:inkChg chg="del">
          <ac:chgData name="Vijay Kumar  C S" userId="S::vijaykumar.cs@optit.in::f05bc5c3-97c4-4ec9-b808-5c26e93c9d30" providerId="AD" clId="Web-{4DDDB03B-36F8-2579-8A11-3EE9F3CAC031}" dt="2025-07-03T04:38:16.516" v="16"/>
          <ac:inkMkLst>
            <pc:docMk/>
            <pc:sldMk cId="0" sldId="257"/>
            <ac:inkMk id="8" creationId="{C4E08CBD-223A-31FF-4B87-2360A02434FE}"/>
          </ac:inkMkLst>
        </pc:inkChg>
        <pc:inkChg chg="del">
          <ac:chgData name="Vijay Kumar  C S" userId="S::vijaykumar.cs@optit.in::f05bc5c3-97c4-4ec9-b808-5c26e93c9d30" providerId="AD" clId="Web-{4DDDB03B-36F8-2579-8A11-3EE9F3CAC031}" dt="2025-07-03T04:38:16.516" v="15"/>
          <ac:inkMkLst>
            <pc:docMk/>
            <pc:sldMk cId="0" sldId="257"/>
            <ac:inkMk id="9" creationId="{00609336-C2B6-6468-3DC1-B9E73684BB1C}"/>
          </ac:inkMkLst>
        </pc:inkChg>
        <pc:inkChg chg="del">
          <ac:chgData name="Vijay Kumar  C S" userId="S::vijaykumar.cs@optit.in::f05bc5c3-97c4-4ec9-b808-5c26e93c9d30" providerId="AD" clId="Web-{4DDDB03B-36F8-2579-8A11-3EE9F3CAC031}" dt="2025-07-03T04:38:16.516" v="14"/>
          <ac:inkMkLst>
            <pc:docMk/>
            <pc:sldMk cId="0" sldId="257"/>
            <ac:inkMk id="10" creationId="{5DC6C1F7-8A83-C2D7-0397-F03DF6858F3E}"/>
          </ac:inkMkLst>
        </pc:inkChg>
        <pc:inkChg chg="del">
          <ac:chgData name="Vijay Kumar  C S" userId="S::vijaykumar.cs@optit.in::f05bc5c3-97c4-4ec9-b808-5c26e93c9d30" providerId="AD" clId="Web-{4DDDB03B-36F8-2579-8A11-3EE9F3CAC031}" dt="2025-07-03T04:38:15.375" v="12"/>
          <ac:inkMkLst>
            <pc:docMk/>
            <pc:sldMk cId="0" sldId="257"/>
            <ac:inkMk id="11" creationId="{B08774FD-498B-3E51-017C-B371A0815E43}"/>
          </ac:inkMkLst>
        </pc:inkChg>
        <pc:inkChg chg="del">
          <ac:chgData name="Vijay Kumar  C S" userId="S::vijaykumar.cs@optit.in::f05bc5c3-97c4-4ec9-b808-5c26e93c9d30" providerId="AD" clId="Web-{4DDDB03B-36F8-2579-8A11-3EE9F3CAC031}" dt="2025-07-03T04:38:15.375" v="11"/>
          <ac:inkMkLst>
            <pc:docMk/>
            <pc:sldMk cId="0" sldId="257"/>
            <ac:inkMk id="12" creationId="{2053F551-3CA3-B81A-A5D0-89C404D9918E}"/>
          </ac:inkMkLst>
        </pc:inkChg>
        <pc:inkChg chg="del">
          <ac:chgData name="Vijay Kumar  C S" userId="S::vijaykumar.cs@optit.in::f05bc5c3-97c4-4ec9-b808-5c26e93c9d30" providerId="AD" clId="Web-{4DDDB03B-36F8-2579-8A11-3EE9F3CAC031}" dt="2025-07-03T04:38:16.516" v="13"/>
          <ac:inkMkLst>
            <pc:docMk/>
            <pc:sldMk cId="0" sldId="257"/>
            <ac:inkMk id="13" creationId="{F3E2E954-2138-837A-CC6F-D50933717182}"/>
          </ac:inkMkLst>
        </pc:inkChg>
        <pc:inkChg chg="del">
          <ac:chgData name="Vijay Kumar  C S" userId="S::vijaykumar.cs@optit.in::f05bc5c3-97c4-4ec9-b808-5c26e93c9d30" providerId="AD" clId="Web-{4DDDB03B-36F8-2579-8A11-3EE9F3CAC031}" dt="2025-07-03T04:38:19.329" v="18"/>
          <ac:inkMkLst>
            <pc:docMk/>
            <pc:sldMk cId="0" sldId="257"/>
            <ac:inkMk id="14" creationId="{A4B9008C-AB47-5F77-C4B4-7C113E5CE20D}"/>
          </ac:inkMkLst>
        </pc:inkChg>
        <pc:inkChg chg="del">
          <ac:chgData name="Vijay Kumar  C S" userId="S::vijaykumar.cs@optit.in::f05bc5c3-97c4-4ec9-b808-5c26e93c9d30" providerId="AD" clId="Web-{4DDDB03B-36F8-2579-8A11-3EE9F3CAC031}" dt="2025-07-03T04:38:15.375" v="10"/>
          <ac:inkMkLst>
            <pc:docMk/>
            <pc:sldMk cId="0" sldId="257"/>
            <ac:inkMk id="15" creationId="{138CD161-0FA1-21B7-5C7D-922B8C07AD6A}"/>
          </ac:inkMkLst>
        </pc:inkChg>
        <pc:inkChg chg="del">
          <ac:chgData name="Vijay Kumar  C S" userId="S::vijaykumar.cs@optit.in::f05bc5c3-97c4-4ec9-b808-5c26e93c9d30" providerId="AD" clId="Web-{4DDDB03B-36F8-2579-8A11-3EE9F3CAC031}" dt="2025-07-03T04:38:32.204" v="28"/>
          <ac:inkMkLst>
            <pc:docMk/>
            <pc:sldMk cId="0" sldId="257"/>
            <ac:inkMk id="16" creationId="{422EED4B-743D-BCD3-73D8-54DA831AC2CB}"/>
          </ac:inkMkLst>
        </pc:inkChg>
        <pc:inkChg chg="del">
          <ac:chgData name="Vijay Kumar  C S" userId="S::vijaykumar.cs@optit.in::f05bc5c3-97c4-4ec9-b808-5c26e93c9d30" providerId="AD" clId="Web-{4DDDB03B-36F8-2579-8A11-3EE9F3CAC031}" dt="2025-07-03T04:38:32.204" v="27"/>
          <ac:inkMkLst>
            <pc:docMk/>
            <pc:sldMk cId="0" sldId="257"/>
            <ac:inkMk id="17" creationId="{7B468519-2947-8BD0-AA45-A0333CE7D518}"/>
          </ac:inkMkLst>
        </pc:inkChg>
        <pc:inkChg chg="del">
          <ac:chgData name="Vijay Kumar  C S" userId="S::vijaykumar.cs@optit.in::f05bc5c3-97c4-4ec9-b808-5c26e93c9d30" providerId="AD" clId="Web-{4DDDB03B-36F8-2579-8A11-3EE9F3CAC031}" dt="2025-07-03T04:37:34.515" v="1"/>
          <ac:inkMkLst>
            <pc:docMk/>
            <pc:sldMk cId="0" sldId="257"/>
            <ac:inkMk id="18" creationId="{94D54146-0C63-7AE7-64F2-4E4968765374}"/>
          </ac:inkMkLst>
        </pc:inkChg>
        <pc:inkChg chg="del">
          <ac:chgData name="Vijay Kumar  C S" userId="S::vijaykumar.cs@optit.in::f05bc5c3-97c4-4ec9-b808-5c26e93c9d30" providerId="AD" clId="Web-{4DDDB03B-36F8-2579-8A11-3EE9F3CAC031}" dt="2025-07-03T04:38:32.204" v="26"/>
          <ac:inkMkLst>
            <pc:docMk/>
            <pc:sldMk cId="0" sldId="257"/>
            <ac:inkMk id="20" creationId="{5BB6A1B9-14FA-8AB4-A93B-F48FFF1E430D}"/>
          </ac:inkMkLst>
        </pc:inkChg>
        <pc:inkChg chg="del">
          <ac:chgData name="Vijay Kumar  C S" userId="S::vijaykumar.cs@optit.in::f05bc5c3-97c4-4ec9-b808-5c26e93c9d30" providerId="AD" clId="Web-{4DDDB03B-36F8-2579-8A11-3EE9F3CAC031}" dt="2025-07-03T04:37:50.625" v="3"/>
          <ac:inkMkLst>
            <pc:docMk/>
            <pc:sldMk cId="0" sldId="257"/>
            <ac:inkMk id="21" creationId="{905BE1F0-A2F3-8B85-1190-C7F5A3F0B578}"/>
          </ac:inkMkLst>
        </pc:inkChg>
        <pc:inkChg chg="del">
          <ac:chgData name="Vijay Kumar  C S" userId="S::vijaykumar.cs@optit.in::f05bc5c3-97c4-4ec9-b808-5c26e93c9d30" providerId="AD" clId="Web-{4DDDB03B-36F8-2579-8A11-3EE9F3CAC031}" dt="2025-07-03T04:38:30.501" v="23"/>
          <ac:inkMkLst>
            <pc:docMk/>
            <pc:sldMk cId="0" sldId="257"/>
            <ac:inkMk id="22" creationId="{CDEC4EC1-B9B1-F87A-95AB-688F4FA8C28D}"/>
          </ac:inkMkLst>
        </pc:inkChg>
        <pc:inkChg chg="del">
          <ac:chgData name="Vijay Kumar  C S" userId="S::vijaykumar.cs@optit.in::f05bc5c3-97c4-4ec9-b808-5c26e93c9d30" providerId="AD" clId="Web-{4DDDB03B-36F8-2579-8A11-3EE9F3CAC031}" dt="2025-07-03T04:38:30.501" v="22"/>
          <ac:inkMkLst>
            <pc:docMk/>
            <pc:sldMk cId="0" sldId="257"/>
            <ac:inkMk id="23" creationId="{04217200-B2AD-5A7D-23BB-AAE447B67F96}"/>
          </ac:inkMkLst>
        </pc:inkChg>
        <pc:inkChg chg="del">
          <ac:chgData name="Vijay Kumar  C S" userId="S::vijaykumar.cs@optit.in::f05bc5c3-97c4-4ec9-b808-5c26e93c9d30" providerId="AD" clId="Web-{4DDDB03B-36F8-2579-8A11-3EE9F3CAC031}" dt="2025-07-03T04:37:38.078" v="2"/>
          <ac:inkMkLst>
            <pc:docMk/>
            <pc:sldMk cId="0" sldId="257"/>
            <ac:inkMk id="24" creationId="{BFBF6558-61E7-7341-CCFB-80DC9EB0D8C9}"/>
          </ac:inkMkLst>
        </pc:inkChg>
        <pc:inkChg chg="del">
          <ac:chgData name="Vijay Kumar  C S" userId="S::vijaykumar.cs@optit.in::f05bc5c3-97c4-4ec9-b808-5c26e93c9d30" providerId="AD" clId="Web-{4DDDB03B-36F8-2579-8A11-3EE9F3CAC031}" dt="2025-07-03T04:38:32.204" v="25"/>
          <ac:inkMkLst>
            <pc:docMk/>
            <pc:sldMk cId="0" sldId="257"/>
            <ac:inkMk id="25" creationId="{B8A68174-2DE4-42F2-2B5A-3F6509FD4079}"/>
          </ac:inkMkLst>
        </pc:inkChg>
        <pc:inkChg chg="del">
          <ac:chgData name="Vijay Kumar  C S" userId="S::vijaykumar.cs@optit.in::f05bc5c3-97c4-4ec9-b808-5c26e93c9d30" providerId="AD" clId="Web-{4DDDB03B-36F8-2579-8A11-3EE9F3CAC031}" dt="2025-07-03T04:38:32.204" v="24"/>
          <ac:inkMkLst>
            <pc:docMk/>
            <pc:sldMk cId="0" sldId="257"/>
            <ac:inkMk id="26" creationId="{929E4201-00C6-E2F7-62D6-1AFF3A180F7F}"/>
          </ac:inkMkLst>
        </pc:inkChg>
        <pc:inkChg chg="del">
          <ac:chgData name="Vijay Kumar  C S" userId="S::vijaykumar.cs@optit.in::f05bc5c3-97c4-4ec9-b808-5c26e93c9d30" providerId="AD" clId="Web-{4DDDB03B-36F8-2579-8A11-3EE9F3CAC031}" dt="2025-07-03T04:37:33.625" v="0"/>
          <ac:inkMkLst>
            <pc:docMk/>
            <pc:sldMk cId="0" sldId="257"/>
            <ac:inkMk id="27" creationId="{C182B2F1-5F33-CFCC-109E-B509E41E55E1}"/>
          </ac:inkMkLst>
        </pc:inkChg>
        <pc:inkChg chg="del">
          <ac:chgData name="Vijay Kumar  C S" userId="S::vijaykumar.cs@optit.in::f05bc5c3-97c4-4ec9-b808-5c26e93c9d30" providerId="AD" clId="Web-{4DDDB03B-36F8-2579-8A11-3EE9F3CAC031}" dt="2025-07-03T04:38:11.329" v="7"/>
          <ac:inkMkLst>
            <pc:docMk/>
            <pc:sldMk cId="0" sldId="257"/>
            <ac:inkMk id="28" creationId="{2E6CEEE9-EAFA-FBAC-C03B-9F387B9F566C}"/>
          </ac:inkMkLst>
        </pc:inkChg>
        <pc:inkChg chg="del">
          <ac:chgData name="Vijay Kumar  C S" userId="S::vijaykumar.cs@optit.in::f05bc5c3-97c4-4ec9-b808-5c26e93c9d30" providerId="AD" clId="Web-{4DDDB03B-36F8-2579-8A11-3EE9F3CAC031}" dt="2025-07-03T04:38:11.329" v="6"/>
          <ac:inkMkLst>
            <pc:docMk/>
            <pc:sldMk cId="0" sldId="257"/>
            <ac:inkMk id="29" creationId="{128A69D5-85D4-245A-5BA6-C0EBE29C35B9}"/>
          </ac:inkMkLst>
        </pc:inkChg>
        <pc:inkChg chg="del">
          <ac:chgData name="Vijay Kumar  C S" userId="S::vijaykumar.cs@optit.in::f05bc5c3-97c4-4ec9-b808-5c26e93c9d30" providerId="AD" clId="Web-{4DDDB03B-36F8-2579-8A11-3EE9F3CAC031}" dt="2025-07-03T04:38:11.329" v="5"/>
          <ac:inkMkLst>
            <pc:docMk/>
            <pc:sldMk cId="0" sldId="257"/>
            <ac:inkMk id="30" creationId="{6A6528FB-C7F3-3AC4-DD5C-EE75CF6FCE18}"/>
          </ac:inkMkLst>
        </pc:inkChg>
        <pc:inkChg chg="del">
          <ac:chgData name="Vijay Kumar  C S" userId="S::vijaykumar.cs@optit.in::f05bc5c3-97c4-4ec9-b808-5c26e93c9d30" providerId="AD" clId="Web-{4DDDB03B-36F8-2579-8A11-3EE9F3CAC031}" dt="2025-07-03T04:38:11.329" v="4"/>
          <ac:inkMkLst>
            <pc:docMk/>
            <pc:sldMk cId="0" sldId="257"/>
            <ac:inkMk id="31" creationId="{97D1EF22-5765-387C-DB57-7E33F497A071}"/>
          </ac:inkMkLst>
        </pc:inkChg>
        <pc:inkChg chg="del">
          <ac:chgData name="Vijay Kumar  C S" userId="S::vijaykumar.cs@optit.in::f05bc5c3-97c4-4ec9-b808-5c26e93c9d30" providerId="AD" clId="Web-{4DDDB03B-36F8-2579-8A11-3EE9F3CAC031}" dt="2025-07-03T04:38:17.876" v="17"/>
          <ac:inkMkLst>
            <pc:docMk/>
            <pc:sldMk cId="0" sldId="257"/>
            <ac:inkMk id="32" creationId="{AE5957FE-B472-3D2D-A6EB-AD8926936B96}"/>
          </ac:inkMkLst>
        </pc:inkChg>
        <pc:inkChg chg="del">
          <ac:chgData name="Vijay Kumar  C S" userId="S::vijaykumar.cs@optit.in::f05bc5c3-97c4-4ec9-b808-5c26e93c9d30" providerId="AD" clId="Web-{4DDDB03B-36F8-2579-8A11-3EE9F3CAC031}" dt="2025-07-03T04:38:21.282" v="21"/>
          <ac:inkMkLst>
            <pc:docMk/>
            <pc:sldMk cId="0" sldId="257"/>
            <ac:inkMk id="33" creationId="{BAB8E760-F8E7-3F8F-6BA0-D6A66C8FC912}"/>
          </ac:inkMkLst>
        </pc:inkChg>
        <pc:inkChg chg="del">
          <ac:chgData name="Vijay Kumar  C S" userId="S::vijaykumar.cs@optit.in::f05bc5c3-97c4-4ec9-b808-5c26e93c9d30" providerId="AD" clId="Web-{4DDDB03B-36F8-2579-8A11-3EE9F3CAC031}" dt="2025-07-03T04:38:21.282" v="20"/>
          <ac:inkMkLst>
            <pc:docMk/>
            <pc:sldMk cId="0" sldId="257"/>
            <ac:inkMk id="34" creationId="{82075F0B-72F4-84AD-20A8-2D1EEBF74641}"/>
          </ac:inkMkLst>
        </pc:inkChg>
        <pc:inkChg chg="add del">
          <ac:chgData name="Vijay Kumar  C S" userId="S::vijaykumar.cs@optit.in::f05bc5c3-97c4-4ec9-b808-5c26e93c9d30" providerId="AD" clId="Web-{4DDDB03B-36F8-2579-8A11-3EE9F3CAC031}" dt="2025-07-03T04:39:31.830" v="31"/>
          <ac:inkMkLst>
            <pc:docMk/>
            <pc:sldMk cId="0" sldId="257"/>
            <ac:inkMk id="35" creationId="{4E8886E2-A63D-D102-4B0C-BCE559E5F5DF}"/>
          </ac:inkMkLst>
        </pc:inkChg>
        <pc:inkChg chg="add del">
          <ac:chgData name="Vijay Kumar  C S" userId="S::vijaykumar.cs@optit.in::f05bc5c3-97c4-4ec9-b808-5c26e93c9d30" providerId="AD" clId="Web-{4DDDB03B-36F8-2579-8A11-3EE9F3CAC031}" dt="2025-07-03T04:39:45.096" v="35"/>
          <ac:inkMkLst>
            <pc:docMk/>
            <pc:sldMk cId="0" sldId="257"/>
            <ac:inkMk id="36" creationId="{FC61CF42-7427-9DE2-D234-0766DDFC431B}"/>
          </ac:inkMkLst>
        </pc:inkChg>
        <pc:inkChg chg="add del">
          <ac:chgData name="Vijay Kumar  C S" userId="S::vijaykumar.cs@optit.in::f05bc5c3-97c4-4ec9-b808-5c26e93c9d30" providerId="AD" clId="Web-{4DDDB03B-36F8-2579-8A11-3EE9F3CAC031}" dt="2025-07-03T04:39:45.096" v="34"/>
          <ac:inkMkLst>
            <pc:docMk/>
            <pc:sldMk cId="0" sldId="257"/>
            <ac:inkMk id="37" creationId="{92C11957-535B-AED6-5029-225C4446BF26}"/>
          </ac:inkMkLst>
        </pc:inkChg>
        <pc:inkChg chg="add del">
          <ac:chgData name="Vijay Kumar  C S" userId="S::vijaykumar.cs@optit.in::f05bc5c3-97c4-4ec9-b808-5c26e93c9d30" providerId="AD" clId="Web-{4DDDB03B-36F8-2579-8A11-3EE9F3CAC031}" dt="2025-07-03T04:44:33.039" v="72"/>
          <ac:inkMkLst>
            <pc:docMk/>
            <pc:sldMk cId="0" sldId="257"/>
            <ac:inkMk id="38" creationId="{94412107-75A9-D5E8-2DD8-D746D39D7D6A}"/>
          </ac:inkMkLst>
        </pc:inkChg>
        <pc:inkChg chg="add del">
          <ac:chgData name="Vijay Kumar  C S" userId="S::vijaykumar.cs@optit.in::f05bc5c3-97c4-4ec9-b808-5c26e93c9d30" providerId="AD" clId="Web-{4DDDB03B-36F8-2579-8A11-3EE9F3CAC031}" dt="2025-07-03T04:44:46.086" v="74"/>
          <ac:inkMkLst>
            <pc:docMk/>
            <pc:sldMk cId="0" sldId="257"/>
            <ac:inkMk id="39" creationId="{EBAA2B86-C8B7-6D01-8889-4B5713073405}"/>
          </ac:inkMkLst>
        </pc:inkChg>
      </pc:sldChg>
      <pc:sldChg chg="addSp delSp">
        <pc:chgData name="Vijay Kumar  C S" userId="S::vijaykumar.cs@optit.in::f05bc5c3-97c4-4ec9-b808-5c26e93c9d30" providerId="AD" clId="Web-{4DDDB03B-36F8-2579-8A11-3EE9F3CAC031}" dt="2025-07-03T04:42:59.240" v="70"/>
        <pc:sldMkLst>
          <pc:docMk/>
          <pc:sldMk cId="497506859" sldId="262"/>
        </pc:sldMkLst>
        <pc:inkChg chg="add del">
          <ac:chgData name="Vijay Kumar  C S" userId="S::vijaykumar.cs@optit.in::f05bc5c3-97c4-4ec9-b808-5c26e93c9d30" providerId="AD" clId="Web-{4DDDB03B-36F8-2579-8A11-3EE9F3CAC031}" dt="2025-07-03T04:42:00.083" v="37"/>
          <ac:inkMkLst>
            <pc:docMk/>
            <pc:sldMk cId="497506859" sldId="262"/>
            <ac:inkMk id="2" creationId="{E73CAEB9-A6AC-3308-142E-C8A14D73E5E4}"/>
          </ac:inkMkLst>
        </pc:inkChg>
        <pc:inkChg chg="add del">
          <ac:chgData name="Vijay Kumar  C S" userId="S::vijaykumar.cs@optit.in::f05bc5c3-97c4-4ec9-b808-5c26e93c9d30" providerId="AD" clId="Web-{4DDDB03B-36F8-2579-8A11-3EE9F3CAC031}" dt="2025-07-03T04:42:54.943" v="61"/>
          <ac:inkMkLst>
            <pc:docMk/>
            <pc:sldMk cId="497506859" sldId="262"/>
            <ac:inkMk id="3" creationId="{D37163F7-506B-952E-C0E1-F8CCB259CC45}"/>
          </ac:inkMkLst>
        </pc:inkChg>
        <pc:inkChg chg="add del">
          <ac:chgData name="Vijay Kumar  C S" userId="S::vijaykumar.cs@optit.in::f05bc5c3-97c4-4ec9-b808-5c26e93c9d30" providerId="AD" clId="Web-{4DDDB03B-36F8-2579-8A11-3EE9F3CAC031}" dt="2025-07-03T04:42:54.943" v="60"/>
          <ac:inkMkLst>
            <pc:docMk/>
            <pc:sldMk cId="497506859" sldId="262"/>
            <ac:inkMk id="4" creationId="{455C9DC1-41EF-DBC6-7224-E519706D2070}"/>
          </ac:inkMkLst>
        </pc:inkChg>
        <pc:inkChg chg="add del">
          <ac:chgData name="Vijay Kumar  C S" userId="S::vijaykumar.cs@optit.in::f05bc5c3-97c4-4ec9-b808-5c26e93c9d30" providerId="AD" clId="Web-{4DDDB03B-36F8-2579-8A11-3EE9F3CAC031}" dt="2025-07-03T04:42:54.943" v="59"/>
          <ac:inkMkLst>
            <pc:docMk/>
            <pc:sldMk cId="497506859" sldId="262"/>
            <ac:inkMk id="6" creationId="{526A0A72-8CF0-CF2B-66F8-587B14CD33E8}"/>
          </ac:inkMkLst>
        </pc:inkChg>
        <pc:inkChg chg="add del">
          <ac:chgData name="Vijay Kumar  C S" userId="S::vijaykumar.cs@optit.in::f05bc5c3-97c4-4ec9-b808-5c26e93c9d30" providerId="AD" clId="Web-{4DDDB03B-36F8-2579-8A11-3EE9F3CAC031}" dt="2025-07-03T04:42:57.037" v="68"/>
          <ac:inkMkLst>
            <pc:docMk/>
            <pc:sldMk cId="497506859" sldId="262"/>
            <ac:inkMk id="7" creationId="{6C561B02-E7A7-A282-CFA5-239E1948C1F1}"/>
          </ac:inkMkLst>
        </pc:inkChg>
        <pc:inkChg chg="add del">
          <ac:chgData name="Vijay Kumar  C S" userId="S::vijaykumar.cs@optit.in::f05bc5c3-97c4-4ec9-b808-5c26e93c9d30" providerId="AD" clId="Web-{4DDDB03B-36F8-2579-8A11-3EE9F3CAC031}" dt="2025-07-03T04:42:54.943" v="58"/>
          <ac:inkMkLst>
            <pc:docMk/>
            <pc:sldMk cId="497506859" sldId="262"/>
            <ac:inkMk id="9" creationId="{CFA670F7-E3FB-91D1-2344-638DC35991E6}"/>
          </ac:inkMkLst>
        </pc:inkChg>
        <pc:inkChg chg="add del">
          <ac:chgData name="Vijay Kumar  C S" userId="S::vijaykumar.cs@optit.in::f05bc5c3-97c4-4ec9-b808-5c26e93c9d30" providerId="AD" clId="Web-{4DDDB03B-36F8-2579-8A11-3EE9F3CAC031}" dt="2025-07-03T04:42:57.037" v="67"/>
          <ac:inkMkLst>
            <pc:docMk/>
            <pc:sldMk cId="497506859" sldId="262"/>
            <ac:inkMk id="10" creationId="{3C071AB9-A44D-BFAD-2702-B7D6C2E54D2C}"/>
          </ac:inkMkLst>
        </pc:inkChg>
        <pc:inkChg chg="add del">
          <ac:chgData name="Vijay Kumar  C S" userId="S::vijaykumar.cs@optit.in::f05bc5c3-97c4-4ec9-b808-5c26e93c9d30" providerId="AD" clId="Web-{4DDDB03B-36F8-2579-8A11-3EE9F3CAC031}" dt="2025-07-03T04:42:57.037" v="66"/>
          <ac:inkMkLst>
            <pc:docMk/>
            <pc:sldMk cId="497506859" sldId="262"/>
            <ac:inkMk id="11" creationId="{13A10B28-7CCC-8330-868F-FB7F4297CE3B}"/>
          </ac:inkMkLst>
        </pc:inkChg>
        <pc:inkChg chg="add del">
          <ac:chgData name="Vijay Kumar  C S" userId="S::vijaykumar.cs@optit.in::f05bc5c3-97c4-4ec9-b808-5c26e93c9d30" providerId="AD" clId="Web-{4DDDB03B-36F8-2579-8A11-3EE9F3CAC031}" dt="2025-07-03T04:42:57.037" v="65"/>
          <ac:inkMkLst>
            <pc:docMk/>
            <pc:sldMk cId="497506859" sldId="262"/>
            <ac:inkMk id="12" creationId="{72E7517F-936E-3AF1-2980-2E3661A0C86C}"/>
          </ac:inkMkLst>
        </pc:inkChg>
        <pc:inkChg chg="add del">
          <ac:chgData name="Vijay Kumar  C S" userId="S::vijaykumar.cs@optit.in::f05bc5c3-97c4-4ec9-b808-5c26e93c9d30" providerId="AD" clId="Web-{4DDDB03B-36F8-2579-8A11-3EE9F3CAC031}" dt="2025-07-03T04:42:58.115" v="69"/>
          <ac:inkMkLst>
            <pc:docMk/>
            <pc:sldMk cId="497506859" sldId="262"/>
            <ac:inkMk id="13" creationId="{7AADEF8D-FCA2-9B7A-D0DD-05852BF401E0}"/>
          </ac:inkMkLst>
        </pc:inkChg>
        <pc:inkChg chg="add del">
          <ac:chgData name="Vijay Kumar  C S" userId="S::vijaykumar.cs@optit.in::f05bc5c3-97c4-4ec9-b808-5c26e93c9d30" providerId="AD" clId="Web-{4DDDB03B-36F8-2579-8A11-3EE9F3CAC031}" dt="2025-07-03T04:42:57.037" v="64"/>
          <ac:inkMkLst>
            <pc:docMk/>
            <pc:sldMk cId="497506859" sldId="262"/>
            <ac:inkMk id="14" creationId="{E16CB089-EE65-C5BB-D83A-CD0D95F5F575}"/>
          </ac:inkMkLst>
        </pc:inkChg>
        <pc:inkChg chg="add del">
          <ac:chgData name="Vijay Kumar  C S" userId="S::vijaykumar.cs@optit.in::f05bc5c3-97c4-4ec9-b808-5c26e93c9d30" providerId="AD" clId="Web-{4DDDB03B-36F8-2579-8A11-3EE9F3CAC031}" dt="2025-07-03T04:42:59.240" v="70"/>
          <ac:inkMkLst>
            <pc:docMk/>
            <pc:sldMk cId="497506859" sldId="262"/>
            <ac:inkMk id="15" creationId="{71FCC812-984A-5106-397E-4636E39790B4}"/>
          </ac:inkMkLst>
        </pc:inkChg>
        <pc:inkChg chg="add del">
          <ac:chgData name="Vijay Kumar  C S" userId="S::vijaykumar.cs@optit.in::f05bc5c3-97c4-4ec9-b808-5c26e93c9d30" providerId="AD" clId="Web-{4DDDB03B-36F8-2579-8A11-3EE9F3CAC031}" dt="2025-07-03T04:42:57.037" v="63"/>
          <ac:inkMkLst>
            <pc:docMk/>
            <pc:sldMk cId="497506859" sldId="262"/>
            <ac:inkMk id="16" creationId="{AEF978BA-3C6C-D111-2777-ED4B2BA3BDA4}"/>
          </ac:inkMkLst>
        </pc:inkChg>
        <pc:inkChg chg="add del">
          <ac:chgData name="Vijay Kumar  C S" userId="S::vijaykumar.cs@optit.in::f05bc5c3-97c4-4ec9-b808-5c26e93c9d30" providerId="AD" clId="Web-{4DDDB03B-36F8-2579-8A11-3EE9F3CAC031}" dt="2025-07-03T04:42:57.037" v="62"/>
          <ac:inkMkLst>
            <pc:docMk/>
            <pc:sldMk cId="497506859" sldId="262"/>
            <ac:inkMk id="17" creationId="{88A1A8E9-1F0D-7E9D-384F-40E42FB2F6BD}"/>
          </ac:inkMkLst>
        </pc:inkChg>
        <pc:inkChg chg="add del">
          <ac:chgData name="Vijay Kumar  C S" userId="S::vijaykumar.cs@optit.in::f05bc5c3-97c4-4ec9-b808-5c26e93c9d30" providerId="AD" clId="Web-{4DDDB03B-36F8-2579-8A11-3EE9F3CAC031}" dt="2025-07-03T04:42:54.943" v="57"/>
          <ac:inkMkLst>
            <pc:docMk/>
            <pc:sldMk cId="497506859" sldId="262"/>
            <ac:inkMk id="18" creationId="{AFFBD49E-55E3-760F-981C-22EB69A45F56}"/>
          </ac:inkMkLst>
        </pc:inkChg>
        <pc:inkChg chg="del">
          <ac:chgData name="Vijay Kumar  C S" userId="S::vijaykumar.cs@optit.in::f05bc5c3-97c4-4ec9-b808-5c26e93c9d30" providerId="AD" clId="Web-{4DDDB03B-36F8-2579-8A11-3EE9F3CAC031}" dt="2025-07-03T04:42:01.317" v="38"/>
          <ac:inkMkLst>
            <pc:docMk/>
            <pc:sldMk cId="497506859" sldId="262"/>
            <ac:inkMk id="19" creationId="{04EFF4C1-68BC-86DE-D157-B72CC7266BBE}"/>
          </ac:inkMkLst>
        </pc:inkChg>
        <pc:inkChg chg="add del">
          <ac:chgData name="Vijay Kumar  C S" userId="S::vijaykumar.cs@optit.in::f05bc5c3-97c4-4ec9-b808-5c26e93c9d30" providerId="AD" clId="Web-{4DDDB03B-36F8-2579-8A11-3EE9F3CAC031}" dt="2025-07-03T04:42:54.943" v="56"/>
          <ac:inkMkLst>
            <pc:docMk/>
            <pc:sldMk cId="497506859" sldId="262"/>
            <ac:inkMk id="20" creationId="{4D80A326-4313-10E9-1591-5258449A2A24}"/>
          </ac:inkMkLst>
        </pc:inkChg>
        <pc:inkChg chg="add del">
          <ac:chgData name="Vijay Kumar  C S" userId="S::vijaykumar.cs@optit.in::f05bc5c3-97c4-4ec9-b808-5c26e93c9d30" providerId="AD" clId="Web-{4DDDB03B-36F8-2579-8A11-3EE9F3CAC031}" dt="2025-07-03T04:42:54.943" v="55"/>
          <ac:inkMkLst>
            <pc:docMk/>
            <pc:sldMk cId="497506859" sldId="262"/>
            <ac:inkMk id="21" creationId="{B39E12B6-77D7-E18E-B726-EDD7ACB62073}"/>
          </ac:inkMkLst>
        </pc:inkChg>
      </pc:sldChg>
    </pc:docChg>
  </pc:docChgLst>
  <pc:docChgLst>
    <pc:chgData name="Mallangi, Govardhan" userId="ae9e11ea-c81b-448f-9e6b-213c80245156" providerId="ADAL" clId="{7B2FFF9B-98A7-4BF5-81FE-9FEE1D3F79D8}"/>
    <pc:docChg chg="undo custSel addSld delSld modSld sldOrd">
      <pc:chgData name="Mallangi, Govardhan" userId="ae9e11ea-c81b-448f-9e6b-213c80245156" providerId="ADAL" clId="{7B2FFF9B-98A7-4BF5-81FE-9FEE1D3F79D8}" dt="2025-03-21T08:44:33.049" v="170" actId="255"/>
      <pc:docMkLst>
        <pc:docMk/>
      </pc:docMkLst>
      <pc:sldChg chg="addSp delSp delDesignElem">
        <pc:chgData name="Mallangi, Govardhan" userId="ae9e11ea-c81b-448f-9e6b-213c80245156" providerId="ADAL" clId="{7B2FFF9B-98A7-4BF5-81FE-9FEE1D3F79D8}" dt="2025-03-21T07:46:49.158" v="31"/>
        <pc:sldMkLst>
          <pc:docMk/>
          <pc:sldMk cId="0" sldId="256"/>
        </pc:sldMkLst>
      </pc:sldChg>
      <pc:sldChg chg="addSp delSp modSp mod delDesignElem">
        <pc:chgData name="Mallangi, Govardhan" userId="ae9e11ea-c81b-448f-9e6b-213c80245156" providerId="ADAL" clId="{7B2FFF9B-98A7-4BF5-81FE-9FEE1D3F79D8}" dt="2025-03-21T07:46:49.158" v="31"/>
        <pc:sldMkLst>
          <pc:docMk/>
          <pc:sldMk cId="0" sldId="258"/>
        </pc:sldMkLst>
      </pc:sldChg>
      <pc:sldChg chg="addSp delSp delDesignElem">
        <pc:chgData name="Mallangi, Govardhan" userId="ae9e11ea-c81b-448f-9e6b-213c80245156" providerId="ADAL" clId="{7B2FFF9B-98A7-4BF5-81FE-9FEE1D3F79D8}" dt="2025-03-21T07:46:49.158" v="31"/>
        <pc:sldMkLst>
          <pc:docMk/>
          <pc:sldMk cId="0" sldId="259"/>
        </pc:sldMkLst>
      </pc:sldChg>
      <pc:sldChg chg="addSp delSp modSp mod delDesignElem">
        <pc:chgData name="Mallangi, Govardhan" userId="ae9e11ea-c81b-448f-9e6b-213c80245156" providerId="ADAL" clId="{7B2FFF9B-98A7-4BF5-81FE-9FEE1D3F79D8}" dt="2025-03-21T07:46:49.158" v="31"/>
        <pc:sldMkLst>
          <pc:docMk/>
          <pc:sldMk cId="0" sldId="260"/>
        </pc:sldMkLst>
      </pc:sldChg>
      <pc:sldChg chg="addSp delSp modSp mod delDesignElem">
        <pc:chgData name="Mallangi, Govardhan" userId="ae9e11ea-c81b-448f-9e6b-213c80245156" providerId="ADAL" clId="{7B2FFF9B-98A7-4BF5-81FE-9FEE1D3F79D8}" dt="2025-03-21T08:44:33.049" v="170" actId="255"/>
        <pc:sldMkLst>
          <pc:docMk/>
          <pc:sldMk cId="0" sldId="261"/>
        </pc:sldMkLst>
      </pc:sldChg>
      <pc:sldChg chg="addSp delSp delDesignElem">
        <pc:chgData name="Mallangi, Govardhan" userId="ae9e11ea-c81b-448f-9e6b-213c80245156" providerId="ADAL" clId="{7B2FFF9B-98A7-4BF5-81FE-9FEE1D3F79D8}" dt="2025-03-21T07:46:49.158" v="31"/>
        <pc:sldMkLst>
          <pc:docMk/>
          <pc:sldMk cId="1080949892" sldId="263"/>
        </pc:sldMkLst>
      </pc:sldChg>
      <pc:sldChg chg="addSp delSp modSp mod setBg addAnim delAnim setClrOvrMap">
        <pc:chgData name="Mallangi, Govardhan" userId="ae9e11ea-c81b-448f-9e6b-213c80245156" providerId="ADAL" clId="{7B2FFF9B-98A7-4BF5-81FE-9FEE1D3F79D8}" dt="2025-03-21T07:53:33.893" v="108" actId="26606"/>
        <pc:sldMkLst>
          <pc:docMk/>
          <pc:sldMk cId="931174418" sldId="264"/>
        </pc:sldMkLst>
      </pc:sldChg>
      <pc:sldChg chg="addSp delSp modSp new mod setBg setClrOvrMap delDesignElem">
        <pc:chgData name="Mallangi, Govardhan" userId="ae9e11ea-c81b-448f-9e6b-213c80245156" providerId="ADAL" clId="{7B2FFF9B-98A7-4BF5-81FE-9FEE1D3F79D8}" dt="2025-03-21T07:47:59.364" v="42" actId="26606"/>
        <pc:sldMkLst>
          <pc:docMk/>
          <pc:sldMk cId="2881386316" sldId="265"/>
        </pc:sldMkLst>
      </pc:sldChg>
      <pc:sldChg chg="addSp delSp modSp new mod setBg setClrOvrMap">
        <pc:chgData name="Mallangi, Govardhan" userId="ae9e11ea-c81b-448f-9e6b-213c80245156" providerId="ADAL" clId="{7B2FFF9B-98A7-4BF5-81FE-9FEE1D3F79D8}" dt="2025-03-21T07:49:52.577" v="56" actId="26606"/>
        <pc:sldMkLst>
          <pc:docMk/>
          <pc:sldMk cId="2881408878" sldId="266"/>
        </pc:sldMkLst>
      </pc:sldChg>
      <pc:sldChg chg="addSp delSp modSp new mod setBg setClrOvrMap">
        <pc:chgData name="Mallangi, Govardhan" userId="ae9e11ea-c81b-448f-9e6b-213c80245156" providerId="ADAL" clId="{7B2FFF9B-98A7-4BF5-81FE-9FEE1D3F79D8}" dt="2025-03-21T08:40:29.717" v="138" actId="26606"/>
        <pc:sldMkLst>
          <pc:docMk/>
          <pc:sldMk cId="3838456428" sldId="267"/>
        </pc:sldMkLst>
      </pc:sldChg>
      <pc:sldChg chg="addSp delSp modSp new mod setBg setClrOvrMap">
        <pc:chgData name="Mallangi, Govardhan" userId="ae9e11ea-c81b-448f-9e6b-213c80245156" providerId="ADAL" clId="{7B2FFF9B-98A7-4BF5-81FE-9FEE1D3F79D8}" dt="2025-03-21T07:55:19.015" v="115" actId="26606"/>
        <pc:sldMkLst>
          <pc:docMk/>
          <pc:sldMk cId="462890573" sldId="268"/>
        </pc:sldMkLst>
      </pc:sldChg>
      <pc:sldChg chg="addSp delSp modSp new mod setBg setClrOvrMap">
        <pc:chgData name="Mallangi, Govardhan" userId="ae9e11ea-c81b-448f-9e6b-213c80245156" providerId="ADAL" clId="{7B2FFF9B-98A7-4BF5-81FE-9FEE1D3F79D8}" dt="2025-03-21T07:56:31.732" v="124" actId="26606"/>
        <pc:sldMkLst>
          <pc:docMk/>
          <pc:sldMk cId="2532781515" sldId="269"/>
        </pc:sldMkLst>
      </pc:sldChg>
      <pc:sldChg chg="new del">
        <pc:chgData name="Mallangi, Govardhan" userId="ae9e11ea-c81b-448f-9e6b-213c80245156" providerId="ADAL" clId="{7B2FFF9B-98A7-4BF5-81FE-9FEE1D3F79D8}" dt="2025-03-21T08:28:25.809" v="128" actId="2696"/>
        <pc:sldMkLst>
          <pc:docMk/>
          <pc:sldMk cId="4288869887" sldId="270"/>
        </pc:sldMkLst>
      </pc:sldChg>
      <pc:sldChg chg="delSp add ord setBg delDesignElem">
        <pc:chgData name="Mallangi, Govardhan" userId="ae9e11ea-c81b-448f-9e6b-213c80245156" providerId="ADAL" clId="{7B2FFF9B-98A7-4BF5-81FE-9FEE1D3F79D8}" dt="2025-03-21T08:28:37.682" v="134"/>
        <pc:sldMkLst>
          <pc:docMk/>
          <pc:sldMk cId="0" sldId="271"/>
        </pc:sldMkLst>
      </pc:sldChg>
    </pc:docChg>
  </pc:docChgLst>
  <pc:docChgLst>
    <pc:chgData name="Karthik Kumar" userId="S::karthik.k@optit.in::4e3703df-6b23-4bc5-855c-00729360d5bb" providerId="AD" clId="Web-{FB5F8AF0-2B5F-4DC4-9D8D-436A50D3D8C1}"/>
    <pc:docChg chg="modSld">
      <pc:chgData name="Karthik Kumar" userId="S::karthik.k@optit.in::4e3703df-6b23-4bc5-855c-00729360d5bb" providerId="AD" clId="Web-{FB5F8AF0-2B5F-4DC4-9D8D-436A50D3D8C1}" dt="2025-03-21T09:49:37.958" v="2" actId="14100"/>
      <pc:docMkLst>
        <pc:docMk/>
      </pc:docMkLst>
      <pc:sldChg chg="modSp">
        <pc:chgData name="Karthik Kumar" userId="S::karthik.k@optit.in::4e3703df-6b23-4bc5-855c-00729360d5bb" providerId="AD" clId="Web-{FB5F8AF0-2B5F-4DC4-9D8D-436A50D3D8C1}" dt="2025-03-21T09:49:37.958" v="2" actId="14100"/>
        <pc:sldMkLst>
          <pc:docMk/>
          <pc:sldMk cId="497506859" sldId="262"/>
        </pc:sldMkLst>
      </pc:sldChg>
    </pc:docChg>
  </pc:docChgLst>
</pc:chgInfo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diagrams/_rels/data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sv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image" Target="../media/image23.svg"/><Relationship Id="rId1" Type="http://schemas.openxmlformats.org/officeDocument/2006/relationships/image" Target="../media/image22.png"/><Relationship Id="rId6" Type="http://schemas.openxmlformats.org/officeDocument/2006/relationships/image" Target="../media/image27.svg"/><Relationship Id="rId5" Type="http://schemas.openxmlformats.org/officeDocument/2006/relationships/image" Target="../media/image26.png"/><Relationship Id="rId4" Type="http://schemas.openxmlformats.org/officeDocument/2006/relationships/image" Target="../media/image25.svg"/></Relationships>
</file>

<file path=ppt/diagrams/_rels/data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svg"/><Relationship Id="rId1" Type="http://schemas.openxmlformats.org/officeDocument/2006/relationships/image" Target="../media/image30.png"/><Relationship Id="rId6" Type="http://schemas.openxmlformats.org/officeDocument/2006/relationships/image" Target="../media/image35.svg"/><Relationship Id="rId5" Type="http://schemas.openxmlformats.org/officeDocument/2006/relationships/image" Target="../media/image34.png"/><Relationship Id="rId4" Type="http://schemas.openxmlformats.org/officeDocument/2006/relationships/image" Target="../media/image33.svg"/></Relationships>
</file>

<file path=ppt/diagrams/_rels/data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svg"/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12" Type="http://schemas.openxmlformats.org/officeDocument/2006/relationships/image" Target="../media/image47.svg"/><Relationship Id="rId2" Type="http://schemas.openxmlformats.org/officeDocument/2006/relationships/image" Target="../media/image37.svg"/><Relationship Id="rId1" Type="http://schemas.openxmlformats.org/officeDocument/2006/relationships/image" Target="../media/image36.png"/><Relationship Id="rId6" Type="http://schemas.openxmlformats.org/officeDocument/2006/relationships/image" Target="../media/image41.svg"/><Relationship Id="rId11" Type="http://schemas.openxmlformats.org/officeDocument/2006/relationships/image" Target="../media/image46.png"/><Relationship Id="rId5" Type="http://schemas.openxmlformats.org/officeDocument/2006/relationships/image" Target="../media/image40.png"/><Relationship Id="rId10" Type="http://schemas.openxmlformats.org/officeDocument/2006/relationships/image" Target="../media/image45.svg"/><Relationship Id="rId4" Type="http://schemas.openxmlformats.org/officeDocument/2006/relationships/image" Target="../media/image39.svg"/><Relationship Id="rId9" Type="http://schemas.openxmlformats.org/officeDocument/2006/relationships/image" Target="../media/image44.png"/></Relationships>
</file>

<file path=ppt/diagrams/_rels/data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svg"/><Relationship Id="rId3" Type="http://schemas.openxmlformats.org/officeDocument/2006/relationships/image" Target="../media/image50.png"/><Relationship Id="rId7" Type="http://schemas.openxmlformats.org/officeDocument/2006/relationships/image" Target="../media/image28.png"/><Relationship Id="rId2" Type="http://schemas.openxmlformats.org/officeDocument/2006/relationships/image" Target="../media/image49.svg"/><Relationship Id="rId1" Type="http://schemas.openxmlformats.org/officeDocument/2006/relationships/image" Target="../media/image48.png"/><Relationship Id="rId6" Type="http://schemas.openxmlformats.org/officeDocument/2006/relationships/image" Target="../media/image53.svg"/><Relationship Id="rId5" Type="http://schemas.openxmlformats.org/officeDocument/2006/relationships/image" Target="../media/image52.png"/><Relationship Id="rId10" Type="http://schemas.openxmlformats.org/officeDocument/2006/relationships/image" Target="../media/image55.svg"/><Relationship Id="rId4" Type="http://schemas.openxmlformats.org/officeDocument/2006/relationships/image" Target="../media/image51.svg"/><Relationship Id="rId9" Type="http://schemas.openxmlformats.org/officeDocument/2006/relationships/image" Target="../media/image54.pn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diagrams/_rels/drawing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sv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image" Target="../media/image23.svg"/><Relationship Id="rId1" Type="http://schemas.openxmlformats.org/officeDocument/2006/relationships/image" Target="../media/image22.png"/><Relationship Id="rId6" Type="http://schemas.openxmlformats.org/officeDocument/2006/relationships/image" Target="../media/image27.svg"/><Relationship Id="rId5" Type="http://schemas.openxmlformats.org/officeDocument/2006/relationships/image" Target="../media/image26.png"/><Relationship Id="rId4" Type="http://schemas.openxmlformats.org/officeDocument/2006/relationships/image" Target="../media/image25.svg"/></Relationships>
</file>

<file path=ppt/diagrams/_rels/drawing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svg"/><Relationship Id="rId1" Type="http://schemas.openxmlformats.org/officeDocument/2006/relationships/image" Target="../media/image30.png"/><Relationship Id="rId6" Type="http://schemas.openxmlformats.org/officeDocument/2006/relationships/image" Target="../media/image35.svg"/><Relationship Id="rId5" Type="http://schemas.openxmlformats.org/officeDocument/2006/relationships/image" Target="../media/image34.png"/><Relationship Id="rId4" Type="http://schemas.openxmlformats.org/officeDocument/2006/relationships/image" Target="../media/image33.svg"/></Relationships>
</file>

<file path=ppt/diagrams/_rels/drawing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svg"/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12" Type="http://schemas.openxmlformats.org/officeDocument/2006/relationships/image" Target="../media/image47.svg"/><Relationship Id="rId2" Type="http://schemas.openxmlformats.org/officeDocument/2006/relationships/image" Target="../media/image37.svg"/><Relationship Id="rId1" Type="http://schemas.openxmlformats.org/officeDocument/2006/relationships/image" Target="../media/image36.png"/><Relationship Id="rId6" Type="http://schemas.openxmlformats.org/officeDocument/2006/relationships/image" Target="../media/image41.svg"/><Relationship Id="rId11" Type="http://schemas.openxmlformats.org/officeDocument/2006/relationships/image" Target="../media/image46.png"/><Relationship Id="rId5" Type="http://schemas.openxmlformats.org/officeDocument/2006/relationships/image" Target="../media/image40.png"/><Relationship Id="rId10" Type="http://schemas.openxmlformats.org/officeDocument/2006/relationships/image" Target="../media/image45.svg"/><Relationship Id="rId4" Type="http://schemas.openxmlformats.org/officeDocument/2006/relationships/image" Target="../media/image39.svg"/><Relationship Id="rId9" Type="http://schemas.openxmlformats.org/officeDocument/2006/relationships/image" Target="../media/image44.png"/></Relationships>
</file>

<file path=ppt/diagrams/_rels/drawing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svg"/><Relationship Id="rId3" Type="http://schemas.openxmlformats.org/officeDocument/2006/relationships/image" Target="../media/image50.png"/><Relationship Id="rId7" Type="http://schemas.openxmlformats.org/officeDocument/2006/relationships/image" Target="../media/image28.png"/><Relationship Id="rId2" Type="http://schemas.openxmlformats.org/officeDocument/2006/relationships/image" Target="../media/image49.svg"/><Relationship Id="rId1" Type="http://schemas.openxmlformats.org/officeDocument/2006/relationships/image" Target="../media/image48.png"/><Relationship Id="rId6" Type="http://schemas.openxmlformats.org/officeDocument/2006/relationships/image" Target="../media/image53.svg"/><Relationship Id="rId5" Type="http://schemas.openxmlformats.org/officeDocument/2006/relationships/image" Target="../media/image52.png"/><Relationship Id="rId10" Type="http://schemas.openxmlformats.org/officeDocument/2006/relationships/image" Target="../media/image55.svg"/><Relationship Id="rId4" Type="http://schemas.openxmlformats.org/officeDocument/2006/relationships/image" Target="../media/image51.svg"/><Relationship Id="rId9" Type="http://schemas.openxmlformats.org/officeDocument/2006/relationships/image" Target="../media/image54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>
        <a:alpha val="0"/>
      </a:schemeClr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16F71DD-C849-44CD-A7D2-E5FB85F28F03}" type="doc">
      <dgm:prSet loTypeId="urn:microsoft.com/office/officeart/2016/7/layout/VerticalSolidActionList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1B694F92-1700-45E0-A1F9-4EB1A6A4183F}">
      <dgm:prSet/>
      <dgm:spPr/>
      <dgm:t>
        <a:bodyPr/>
        <a:lstStyle/>
        <a:p>
          <a:r>
            <a:rPr lang="en-US" b="1" i="0"/>
            <a:t>What is Linux?</a:t>
          </a:r>
          <a:endParaRPr lang="en-US"/>
        </a:p>
      </dgm:t>
    </dgm:pt>
    <dgm:pt modelId="{27267D1F-51FC-4176-ADD6-BB0366942F06}" type="parTrans" cxnId="{5F60C95D-157D-4219-B30B-63F46C6AB197}">
      <dgm:prSet/>
      <dgm:spPr/>
      <dgm:t>
        <a:bodyPr/>
        <a:lstStyle/>
        <a:p>
          <a:endParaRPr lang="en-US"/>
        </a:p>
      </dgm:t>
    </dgm:pt>
    <dgm:pt modelId="{F4441C0B-C4B4-4748-97E2-7A87415ED4D1}" type="sibTrans" cxnId="{5F60C95D-157D-4219-B30B-63F46C6AB197}">
      <dgm:prSet/>
      <dgm:spPr/>
      <dgm:t>
        <a:bodyPr/>
        <a:lstStyle/>
        <a:p>
          <a:endParaRPr lang="en-US"/>
        </a:p>
      </dgm:t>
    </dgm:pt>
    <dgm:pt modelId="{C822BFC2-6A5F-47F9-9069-9A47ABC6AA58}">
      <dgm:prSet/>
      <dgm:spPr/>
      <dgm:t>
        <a:bodyPr/>
        <a:lstStyle/>
        <a:p>
          <a:r>
            <a:rPr lang="en-US" b="0" i="0"/>
            <a:t>- Open-source operating system</a:t>
          </a:r>
          <a:endParaRPr lang="en-US"/>
        </a:p>
      </dgm:t>
    </dgm:pt>
    <dgm:pt modelId="{321F838F-3C42-4155-8D7C-6B0FF2450823}" type="parTrans" cxnId="{78342913-D5D9-4776-B55C-1E949CE45511}">
      <dgm:prSet/>
      <dgm:spPr/>
      <dgm:t>
        <a:bodyPr/>
        <a:lstStyle/>
        <a:p>
          <a:endParaRPr lang="en-US"/>
        </a:p>
      </dgm:t>
    </dgm:pt>
    <dgm:pt modelId="{56E5036F-E2B3-4D24-A5A8-D8A7FFB7A4F7}" type="sibTrans" cxnId="{78342913-D5D9-4776-B55C-1E949CE45511}">
      <dgm:prSet/>
      <dgm:spPr/>
      <dgm:t>
        <a:bodyPr/>
        <a:lstStyle/>
        <a:p>
          <a:endParaRPr lang="en-US"/>
        </a:p>
      </dgm:t>
    </dgm:pt>
    <dgm:pt modelId="{62150AE2-04F7-49D0-A57A-11A7FE5DB2FE}">
      <dgm:prSet/>
      <dgm:spPr/>
      <dgm:t>
        <a:bodyPr/>
        <a:lstStyle/>
        <a:p>
          <a:r>
            <a:rPr lang="en-US" b="0" i="0"/>
            <a:t>- Powers servers, desktops, and mobile devices (Android)</a:t>
          </a:r>
          <a:endParaRPr lang="en-US"/>
        </a:p>
      </dgm:t>
    </dgm:pt>
    <dgm:pt modelId="{B663A89B-2019-496F-B3D3-B93FFAFE7885}" type="parTrans" cxnId="{932EF689-AA84-493B-A3D5-7EA0547743FC}">
      <dgm:prSet/>
      <dgm:spPr/>
      <dgm:t>
        <a:bodyPr/>
        <a:lstStyle/>
        <a:p>
          <a:endParaRPr lang="en-US"/>
        </a:p>
      </dgm:t>
    </dgm:pt>
    <dgm:pt modelId="{9FFFB861-D3C6-47CB-84DB-B1989089EBFB}" type="sibTrans" cxnId="{932EF689-AA84-493B-A3D5-7EA0547743FC}">
      <dgm:prSet/>
      <dgm:spPr/>
      <dgm:t>
        <a:bodyPr/>
        <a:lstStyle/>
        <a:p>
          <a:endParaRPr lang="en-US"/>
        </a:p>
      </dgm:t>
    </dgm:pt>
    <dgm:pt modelId="{55B880A9-B0CC-469D-9B97-6C926CEE94A7}">
      <dgm:prSet/>
      <dgm:spPr/>
      <dgm:t>
        <a:bodyPr/>
        <a:lstStyle/>
        <a:p>
          <a:r>
            <a:rPr lang="en-US" b="1" i="0"/>
            <a:t>History and Evolution</a:t>
          </a:r>
          <a:endParaRPr lang="en-US"/>
        </a:p>
      </dgm:t>
    </dgm:pt>
    <dgm:pt modelId="{9263D79A-A934-4FA9-8049-906D7B401272}" type="parTrans" cxnId="{864D7E9E-B513-4433-AC34-D8C47E2F26E2}">
      <dgm:prSet/>
      <dgm:spPr/>
      <dgm:t>
        <a:bodyPr/>
        <a:lstStyle/>
        <a:p>
          <a:endParaRPr lang="en-US"/>
        </a:p>
      </dgm:t>
    </dgm:pt>
    <dgm:pt modelId="{58A9FC87-64EB-47DC-96C9-07C2642B3C9A}" type="sibTrans" cxnId="{864D7E9E-B513-4433-AC34-D8C47E2F26E2}">
      <dgm:prSet/>
      <dgm:spPr/>
      <dgm:t>
        <a:bodyPr/>
        <a:lstStyle/>
        <a:p>
          <a:endParaRPr lang="en-US"/>
        </a:p>
      </dgm:t>
    </dgm:pt>
    <dgm:pt modelId="{1B8DD92F-A6DD-4CC9-A074-56AB875E8EE0}">
      <dgm:prSet/>
      <dgm:spPr/>
      <dgm:t>
        <a:bodyPr/>
        <a:lstStyle/>
        <a:p>
          <a:r>
            <a:rPr lang="en-US" b="0" i="0"/>
            <a:t>- Created by Linus Torvalds in 1991</a:t>
          </a:r>
          <a:endParaRPr lang="en-US"/>
        </a:p>
      </dgm:t>
    </dgm:pt>
    <dgm:pt modelId="{036B311C-5230-462C-BE86-F8F51CEC6512}" type="parTrans" cxnId="{9872B9AA-522F-4407-952D-D3D0346A7AED}">
      <dgm:prSet/>
      <dgm:spPr/>
      <dgm:t>
        <a:bodyPr/>
        <a:lstStyle/>
        <a:p>
          <a:endParaRPr lang="en-US"/>
        </a:p>
      </dgm:t>
    </dgm:pt>
    <dgm:pt modelId="{68E8B670-721D-41B0-971C-4BCFF00ED7AE}" type="sibTrans" cxnId="{9872B9AA-522F-4407-952D-D3D0346A7AED}">
      <dgm:prSet/>
      <dgm:spPr/>
      <dgm:t>
        <a:bodyPr/>
        <a:lstStyle/>
        <a:p>
          <a:endParaRPr lang="en-US"/>
        </a:p>
      </dgm:t>
    </dgm:pt>
    <dgm:pt modelId="{7FF28DB9-1F6B-4A47-B820-62F38968B0E6}">
      <dgm:prSet/>
      <dgm:spPr/>
      <dgm:t>
        <a:bodyPr/>
        <a:lstStyle/>
        <a:p>
          <a:r>
            <a:rPr lang="en-US" b="0" i="0"/>
            <a:t>- Community-driven development</a:t>
          </a:r>
          <a:endParaRPr lang="en-US"/>
        </a:p>
      </dgm:t>
    </dgm:pt>
    <dgm:pt modelId="{1D962B52-47A3-4DF4-93E7-78FD3DE3A246}" type="parTrans" cxnId="{D0CD3BAD-D345-477A-8BFC-E8F8FF0FBE3B}">
      <dgm:prSet/>
      <dgm:spPr/>
      <dgm:t>
        <a:bodyPr/>
        <a:lstStyle/>
        <a:p>
          <a:endParaRPr lang="en-US"/>
        </a:p>
      </dgm:t>
    </dgm:pt>
    <dgm:pt modelId="{E197B405-0D6F-4557-B9EC-17C69C7F05AC}" type="sibTrans" cxnId="{D0CD3BAD-D345-477A-8BFC-E8F8FF0FBE3B}">
      <dgm:prSet/>
      <dgm:spPr/>
      <dgm:t>
        <a:bodyPr/>
        <a:lstStyle/>
        <a:p>
          <a:endParaRPr lang="en-US"/>
        </a:p>
      </dgm:t>
    </dgm:pt>
    <dgm:pt modelId="{5C463E49-76EF-478B-8A22-AF9F964A68AE}">
      <dgm:prSet/>
      <dgm:spPr/>
      <dgm:t>
        <a:bodyPr/>
        <a:lstStyle/>
        <a:p>
          <a:r>
            <a:rPr lang="en-US" b="1" i="0"/>
            <a:t>Differences from Other OS</a:t>
          </a:r>
          <a:endParaRPr lang="en-US"/>
        </a:p>
      </dgm:t>
    </dgm:pt>
    <dgm:pt modelId="{46BC77B0-C2C6-4C3E-9DC9-BC9445305A7F}" type="parTrans" cxnId="{5E430170-EBAE-467F-919F-D4FBF797EBB0}">
      <dgm:prSet/>
      <dgm:spPr/>
      <dgm:t>
        <a:bodyPr/>
        <a:lstStyle/>
        <a:p>
          <a:endParaRPr lang="en-US"/>
        </a:p>
      </dgm:t>
    </dgm:pt>
    <dgm:pt modelId="{B59274C2-629B-4994-A9F9-5B897FA35594}" type="sibTrans" cxnId="{5E430170-EBAE-467F-919F-D4FBF797EBB0}">
      <dgm:prSet/>
      <dgm:spPr/>
      <dgm:t>
        <a:bodyPr/>
        <a:lstStyle/>
        <a:p>
          <a:endParaRPr lang="en-US"/>
        </a:p>
      </dgm:t>
    </dgm:pt>
    <dgm:pt modelId="{4D70D117-7EAB-48DF-A6C0-8B4062ED354D}">
      <dgm:prSet/>
      <dgm:spPr/>
      <dgm:t>
        <a:bodyPr/>
        <a:lstStyle/>
        <a:p>
          <a:r>
            <a:rPr lang="en-US" b="0" i="0"/>
            <a:t>- Free and open-source vs proprietary (Windows/macOS)</a:t>
          </a:r>
          <a:endParaRPr lang="en-US"/>
        </a:p>
      </dgm:t>
    </dgm:pt>
    <dgm:pt modelId="{C4EFCAC2-E345-4C0A-A7E4-EABEE69521EC}" type="parTrans" cxnId="{698BDB6F-3484-457B-9611-F6E769B7F7C0}">
      <dgm:prSet/>
      <dgm:spPr/>
      <dgm:t>
        <a:bodyPr/>
        <a:lstStyle/>
        <a:p>
          <a:endParaRPr lang="en-US"/>
        </a:p>
      </dgm:t>
    </dgm:pt>
    <dgm:pt modelId="{401301C9-B255-4A2F-B22E-5138FAE7124D}" type="sibTrans" cxnId="{698BDB6F-3484-457B-9611-F6E769B7F7C0}">
      <dgm:prSet/>
      <dgm:spPr/>
      <dgm:t>
        <a:bodyPr/>
        <a:lstStyle/>
        <a:p>
          <a:endParaRPr lang="en-US"/>
        </a:p>
      </dgm:t>
    </dgm:pt>
    <dgm:pt modelId="{707E8087-D8A6-4B5D-A1FC-C4BA4EF5DA66}">
      <dgm:prSet/>
      <dgm:spPr/>
      <dgm:t>
        <a:bodyPr/>
        <a:lstStyle/>
        <a:p>
          <a:r>
            <a:rPr lang="en-US" b="0" i="0"/>
            <a:t>- More stable and secure</a:t>
          </a:r>
          <a:endParaRPr lang="en-US"/>
        </a:p>
      </dgm:t>
    </dgm:pt>
    <dgm:pt modelId="{363DBA77-70FB-443F-AECA-AC802BDAFB19}" type="parTrans" cxnId="{CAFCAA37-1BA9-4D60-BAEC-17DC29E96836}">
      <dgm:prSet/>
      <dgm:spPr/>
      <dgm:t>
        <a:bodyPr/>
        <a:lstStyle/>
        <a:p>
          <a:endParaRPr lang="en-US"/>
        </a:p>
      </dgm:t>
    </dgm:pt>
    <dgm:pt modelId="{17FE3BFA-9786-4C67-BD2C-E7AE0D8D735E}" type="sibTrans" cxnId="{CAFCAA37-1BA9-4D60-BAEC-17DC29E96836}">
      <dgm:prSet/>
      <dgm:spPr/>
      <dgm:t>
        <a:bodyPr/>
        <a:lstStyle/>
        <a:p>
          <a:endParaRPr lang="en-US"/>
        </a:p>
      </dgm:t>
    </dgm:pt>
    <dgm:pt modelId="{C4941EE4-CFA7-44D3-A021-07CFCE4B3FE4}">
      <dgm:prSet/>
      <dgm:spPr/>
      <dgm:t>
        <a:bodyPr/>
        <a:lstStyle/>
        <a:p>
          <a:r>
            <a:rPr lang="en-US" b="1" i="0"/>
            <a:t>Open Source vs Proprietary</a:t>
          </a:r>
          <a:endParaRPr lang="en-US"/>
        </a:p>
      </dgm:t>
    </dgm:pt>
    <dgm:pt modelId="{15781475-818A-4A00-B575-BBB19D7DCCA9}" type="parTrans" cxnId="{D0C63F38-09A9-401C-B1EF-A9AE5B73241A}">
      <dgm:prSet/>
      <dgm:spPr/>
      <dgm:t>
        <a:bodyPr/>
        <a:lstStyle/>
        <a:p>
          <a:endParaRPr lang="en-US"/>
        </a:p>
      </dgm:t>
    </dgm:pt>
    <dgm:pt modelId="{1D34A694-E41F-451B-B2C9-054500302B4D}" type="sibTrans" cxnId="{D0C63F38-09A9-401C-B1EF-A9AE5B73241A}">
      <dgm:prSet/>
      <dgm:spPr/>
      <dgm:t>
        <a:bodyPr/>
        <a:lstStyle/>
        <a:p>
          <a:endParaRPr lang="en-US"/>
        </a:p>
      </dgm:t>
    </dgm:pt>
    <dgm:pt modelId="{C90142FD-095A-49D9-BA33-D1D8D6ABD957}">
      <dgm:prSet/>
      <dgm:spPr/>
      <dgm:t>
        <a:bodyPr/>
        <a:lstStyle/>
        <a:p>
          <a:r>
            <a:rPr lang="en-US" b="0" i="0"/>
            <a:t>- Open-source: Anyone can modify (Linux)</a:t>
          </a:r>
          <a:endParaRPr lang="en-US"/>
        </a:p>
      </dgm:t>
    </dgm:pt>
    <dgm:pt modelId="{D0937DC0-F089-49FD-8B4B-38A4342D6810}" type="parTrans" cxnId="{73EA3A67-433C-4DA6-A217-BA699BAFAAA9}">
      <dgm:prSet/>
      <dgm:spPr/>
      <dgm:t>
        <a:bodyPr/>
        <a:lstStyle/>
        <a:p>
          <a:endParaRPr lang="en-US"/>
        </a:p>
      </dgm:t>
    </dgm:pt>
    <dgm:pt modelId="{45C3DB6C-FEC6-4586-B72C-F75793BF70D4}" type="sibTrans" cxnId="{73EA3A67-433C-4DA6-A217-BA699BAFAAA9}">
      <dgm:prSet/>
      <dgm:spPr/>
      <dgm:t>
        <a:bodyPr/>
        <a:lstStyle/>
        <a:p>
          <a:endParaRPr lang="en-US"/>
        </a:p>
      </dgm:t>
    </dgm:pt>
    <dgm:pt modelId="{419A019A-7C0A-43C5-9DC3-25DB7556F6EE}">
      <dgm:prSet/>
      <dgm:spPr/>
      <dgm:t>
        <a:bodyPr/>
        <a:lstStyle/>
        <a:p>
          <a:r>
            <a:rPr lang="en-US" b="0" i="0"/>
            <a:t>- Proprietary: Restricted modification (Windows, macOS)</a:t>
          </a:r>
          <a:endParaRPr lang="en-US"/>
        </a:p>
      </dgm:t>
    </dgm:pt>
    <dgm:pt modelId="{89DEAC89-DDDB-4DC5-A536-BB51D501E63A}" type="parTrans" cxnId="{2AF9A598-B8A9-4959-9B55-EB251A6307E3}">
      <dgm:prSet/>
      <dgm:spPr/>
      <dgm:t>
        <a:bodyPr/>
        <a:lstStyle/>
        <a:p>
          <a:endParaRPr lang="en-US"/>
        </a:p>
      </dgm:t>
    </dgm:pt>
    <dgm:pt modelId="{208A93B0-B487-46CC-8271-7FBC6424B751}" type="sibTrans" cxnId="{2AF9A598-B8A9-4959-9B55-EB251A6307E3}">
      <dgm:prSet/>
      <dgm:spPr/>
      <dgm:t>
        <a:bodyPr/>
        <a:lstStyle/>
        <a:p>
          <a:endParaRPr lang="en-US"/>
        </a:p>
      </dgm:t>
    </dgm:pt>
    <dgm:pt modelId="{CC82C462-938C-4A27-8CD7-7596C6CBAFDF}">
      <dgm:prSet/>
      <dgm:spPr/>
      <dgm:t>
        <a:bodyPr/>
        <a:lstStyle/>
        <a:p>
          <a:r>
            <a:rPr lang="en-US" b="1" i="0"/>
            <a:t>Popular Linux Distributions</a:t>
          </a:r>
          <a:endParaRPr lang="en-US"/>
        </a:p>
      </dgm:t>
    </dgm:pt>
    <dgm:pt modelId="{E18CC7EE-DDEB-48BA-8722-15A37BF5738E}" type="parTrans" cxnId="{4A0A3FFA-8D80-4639-9D97-0D3698BEC68E}">
      <dgm:prSet/>
      <dgm:spPr/>
      <dgm:t>
        <a:bodyPr/>
        <a:lstStyle/>
        <a:p>
          <a:endParaRPr lang="en-US"/>
        </a:p>
      </dgm:t>
    </dgm:pt>
    <dgm:pt modelId="{DE4C00FA-A70D-4F1C-95DD-29527BA176AD}" type="sibTrans" cxnId="{4A0A3FFA-8D80-4639-9D97-0D3698BEC68E}">
      <dgm:prSet/>
      <dgm:spPr/>
      <dgm:t>
        <a:bodyPr/>
        <a:lstStyle/>
        <a:p>
          <a:endParaRPr lang="en-US"/>
        </a:p>
      </dgm:t>
    </dgm:pt>
    <dgm:pt modelId="{905CCE67-634B-432B-B581-EB46F832A68E}">
      <dgm:prSet/>
      <dgm:spPr/>
      <dgm:t>
        <a:bodyPr/>
        <a:lstStyle/>
        <a:p>
          <a:r>
            <a:rPr lang="en-US" b="0" i="0"/>
            <a:t>- RHEL (Enterprise, requires subscription)</a:t>
          </a:r>
          <a:endParaRPr lang="en-US"/>
        </a:p>
      </dgm:t>
    </dgm:pt>
    <dgm:pt modelId="{5B9F9200-4980-4DB5-A863-E66F61099CB3}" type="parTrans" cxnId="{267870F8-10A0-427B-84D6-81653C9DF957}">
      <dgm:prSet/>
      <dgm:spPr/>
      <dgm:t>
        <a:bodyPr/>
        <a:lstStyle/>
        <a:p>
          <a:endParaRPr lang="en-US"/>
        </a:p>
      </dgm:t>
    </dgm:pt>
    <dgm:pt modelId="{012DE1E4-7DF4-4F5C-BC4F-393F2318F0A5}" type="sibTrans" cxnId="{267870F8-10A0-427B-84D6-81653C9DF957}">
      <dgm:prSet/>
      <dgm:spPr/>
      <dgm:t>
        <a:bodyPr/>
        <a:lstStyle/>
        <a:p>
          <a:endParaRPr lang="en-US"/>
        </a:p>
      </dgm:t>
    </dgm:pt>
    <dgm:pt modelId="{590086CF-AD7A-4444-8639-0A7C16B2AB3A}">
      <dgm:prSet/>
      <dgm:spPr/>
      <dgm:t>
        <a:bodyPr/>
        <a:lstStyle/>
        <a:p>
          <a:r>
            <a:rPr lang="en-US" b="0" i="0"/>
            <a:t>- CentOS (Community-supported RHEL version)</a:t>
          </a:r>
          <a:endParaRPr lang="en-US"/>
        </a:p>
      </dgm:t>
    </dgm:pt>
    <dgm:pt modelId="{0B29CBD2-B0DE-4398-9C91-2D28CC4A1DD9}" type="parTrans" cxnId="{01D1E547-3B54-4FD4-AB57-CEE561E38A15}">
      <dgm:prSet/>
      <dgm:spPr/>
      <dgm:t>
        <a:bodyPr/>
        <a:lstStyle/>
        <a:p>
          <a:endParaRPr lang="en-US"/>
        </a:p>
      </dgm:t>
    </dgm:pt>
    <dgm:pt modelId="{9087C6F9-6798-4CF0-9FDD-80D75DF3538C}" type="sibTrans" cxnId="{01D1E547-3B54-4FD4-AB57-CEE561E38A15}">
      <dgm:prSet/>
      <dgm:spPr/>
      <dgm:t>
        <a:bodyPr/>
        <a:lstStyle/>
        <a:p>
          <a:endParaRPr lang="en-US"/>
        </a:p>
      </dgm:t>
    </dgm:pt>
    <dgm:pt modelId="{124C3CA0-F5A2-4623-BB29-63DBBD07A722}">
      <dgm:prSet/>
      <dgm:spPr/>
      <dgm:t>
        <a:bodyPr/>
        <a:lstStyle/>
        <a:p>
          <a:r>
            <a:rPr lang="en-US" b="0" i="0"/>
            <a:t>- Ubuntu (User-friendly, desktop and server use)</a:t>
          </a:r>
          <a:endParaRPr lang="en-US"/>
        </a:p>
      </dgm:t>
    </dgm:pt>
    <dgm:pt modelId="{62181BDF-F856-4D37-8C96-2054F8041A77}" type="parTrans" cxnId="{7DFF28C4-2373-4853-9C3C-46730AED26E4}">
      <dgm:prSet/>
      <dgm:spPr/>
      <dgm:t>
        <a:bodyPr/>
        <a:lstStyle/>
        <a:p>
          <a:endParaRPr lang="en-US"/>
        </a:p>
      </dgm:t>
    </dgm:pt>
    <dgm:pt modelId="{CE9F1F91-86F5-4AF4-B016-F60313FE6EB0}" type="sibTrans" cxnId="{7DFF28C4-2373-4853-9C3C-46730AED26E4}">
      <dgm:prSet/>
      <dgm:spPr/>
      <dgm:t>
        <a:bodyPr/>
        <a:lstStyle/>
        <a:p>
          <a:endParaRPr lang="en-US"/>
        </a:p>
      </dgm:t>
    </dgm:pt>
    <dgm:pt modelId="{5B3752DE-ADCD-4CC3-A71E-02B08E38377B}">
      <dgm:prSet/>
      <dgm:spPr/>
      <dgm:t>
        <a:bodyPr/>
        <a:lstStyle/>
        <a:p>
          <a:r>
            <a:rPr lang="en-US" b="0" i="0"/>
            <a:t>- Debian (Stable and lightweight)</a:t>
          </a:r>
          <a:endParaRPr lang="en-US"/>
        </a:p>
      </dgm:t>
    </dgm:pt>
    <dgm:pt modelId="{7A5B909F-3DC9-4909-A74C-DC7AD24E42C7}" type="parTrans" cxnId="{D5604EDE-79A6-4485-8C53-79A3B0DBCA70}">
      <dgm:prSet/>
      <dgm:spPr/>
      <dgm:t>
        <a:bodyPr/>
        <a:lstStyle/>
        <a:p>
          <a:endParaRPr lang="en-US"/>
        </a:p>
      </dgm:t>
    </dgm:pt>
    <dgm:pt modelId="{BCC32EB0-8E26-443C-982C-3414437505A2}" type="sibTrans" cxnId="{D5604EDE-79A6-4485-8C53-79A3B0DBCA70}">
      <dgm:prSet/>
      <dgm:spPr/>
      <dgm:t>
        <a:bodyPr/>
        <a:lstStyle/>
        <a:p>
          <a:endParaRPr lang="en-US"/>
        </a:p>
      </dgm:t>
    </dgm:pt>
    <dgm:pt modelId="{B54CE69A-8CAD-4BD8-9865-CE168FFB5A46}" type="pres">
      <dgm:prSet presAssocID="{416F71DD-C849-44CD-A7D2-E5FB85F28F03}" presName="Name0" presStyleCnt="0">
        <dgm:presLayoutVars>
          <dgm:dir/>
          <dgm:animLvl val="lvl"/>
          <dgm:resizeHandles val="exact"/>
        </dgm:presLayoutVars>
      </dgm:prSet>
      <dgm:spPr/>
    </dgm:pt>
    <dgm:pt modelId="{D287F4D5-DF54-4CFF-ABB9-4635ED338707}" type="pres">
      <dgm:prSet presAssocID="{1B694F92-1700-45E0-A1F9-4EB1A6A4183F}" presName="linNode" presStyleCnt="0"/>
      <dgm:spPr/>
    </dgm:pt>
    <dgm:pt modelId="{2EBD6034-09D0-480C-B0C2-D1FDFCE0F23B}" type="pres">
      <dgm:prSet presAssocID="{1B694F92-1700-45E0-A1F9-4EB1A6A4183F}" presName="parentText" presStyleLbl="alignNode1" presStyleIdx="0" presStyleCnt="5">
        <dgm:presLayoutVars>
          <dgm:chMax val="1"/>
          <dgm:bulletEnabled/>
        </dgm:presLayoutVars>
      </dgm:prSet>
      <dgm:spPr/>
    </dgm:pt>
    <dgm:pt modelId="{56B5BBB6-2F95-4B28-BB67-6266190C8F8C}" type="pres">
      <dgm:prSet presAssocID="{1B694F92-1700-45E0-A1F9-4EB1A6A4183F}" presName="descendantText" presStyleLbl="alignAccFollowNode1" presStyleIdx="0" presStyleCnt="5">
        <dgm:presLayoutVars>
          <dgm:bulletEnabled/>
        </dgm:presLayoutVars>
      </dgm:prSet>
      <dgm:spPr/>
    </dgm:pt>
    <dgm:pt modelId="{12D1435C-FCEE-4348-B972-BBAB4E201A28}" type="pres">
      <dgm:prSet presAssocID="{F4441C0B-C4B4-4748-97E2-7A87415ED4D1}" presName="sp" presStyleCnt="0"/>
      <dgm:spPr/>
    </dgm:pt>
    <dgm:pt modelId="{5A5487E5-5C23-4347-80F2-0386C7A082CC}" type="pres">
      <dgm:prSet presAssocID="{55B880A9-B0CC-469D-9B97-6C926CEE94A7}" presName="linNode" presStyleCnt="0"/>
      <dgm:spPr/>
    </dgm:pt>
    <dgm:pt modelId="{DC40848E-F119-41D6-9A6E-25D017EE6344}" type="pres">
      <dgm:prSet presAssocID="{55B880A9-B0CC-469D-9B97-6C926CEE94A7}" presName="parentText" presStyleLbl="alignNode1" presStyleIdx="1" presStyleCnt="5">
        <dgm:presLayoutVars>
          <dgm:chMax val="1"/>
          <dgm:bulletEnabled/>
        </dgm:presLayoutVars>
      </dgm:prSet>
      <dgm:spPr/>
    </dgm:pt>
    <dgm:pt modelId="{38FF2204-51FB-410B-824E-CF5856AE5DD2}" type="pres">
      <dgm:prSet presAssocID="{55B880A9-B0CC-469D-9B97-6C926CEE94A7}" presName="descendantText" presStyleLbl="alignAccFollowNode1" presStyleIdx="1" presStyleCnt="5">
        <dgm:presLayoutVars>
          <dgm:bulletEnabled/>
        </dgm:presLayoutVars>
      </dgm:prSet>
      <dgm:spPr/>
    </dgm:pt>
    <dgm:pt modelId="{5EE4B568-3D37-4A3C-AAAB-C5C495B9F8F0}" type="pres">
      <dgm:prSet presAssocID="{58A9FC87-64EB-47DC-96C9-07C2642B3C9A}" presName="sp" presStyleCnt="0"/>
      <dgm:spPr/>
    </dgm:pt>
    <dgm:pt modelId="{29F6C4E0-8C6C-4D27-8B2F-906F6A3B80C9}" type="pres">
      <dgm:prSet presAssocID="{5C463E49-76EF-478B-8A22-AF9F964A68AE}" presName="linNode" presStyleCnt="0"/>
      <dgm:spPr/>
    </dgm:pt>
    <dgm:pt modelId="{DD8BDC17-367C-4280-ADFC-7879A312F6DF}" type="pres">
      <dgm:prSet presAssocID="{5C463E49-76EF-478B-8A22-AF9F964A68AE}" presName="parentText" presStyleLbl="alignNode1" presStyleIdx="2" presStyleCnt="5">
        <dgm:presLayoutVars>
          <dgm:chMax val="1"/>
          <dgm:bulletEnabled/>
        </dgm:presLayoutVars>
      </dgm:prSet>
      <dgm:spPr/>
    </dgm:pt>
    <dgm:pt modelId="{11D8C008-1E76-42A6-ACBA-C4FC2E699639}" type="pres">
      <dgm:prSet presAssocID="{5C463E49-76EF-478B-8A22-AF9F964A68AE}" presName="descendantText" presStyleLbl="alignAccFollowNode1" presStyleIdx="2" presStyleCnt="5">
        <dgm:presLayoutVars>
          <dgm:bulletEnabled/>
        </dgm:presLayoutVars>
      </dgm:prSet>
      <dgm:spPr/>
    </dgm:pt>
    <dgm:pt modelId="{EBE12F21-E6BD-460C-B917-AE1EE38587F1}" type="pres">
      <dgm:prSet presAssocID="{B59274C2-629B-4994-A9F9-5B897FA35594}" presName="sp" presStyleCnt="0"/>
      <dgm:spPr/>
    </dgm:pt>
    <dgm:pt modelId="{25218FA6-E588-4380-9A26-92A12EBB3CD3}" type="pres">
      <dgm:prSet presAssocID="{C4941EE4-CFA7-44D3-A021-07CFCE4B3FE4}" presName="linNode" presStyleCnt="0"/>
      <dgm:spPr/>
    </dgm:pt>
    <dgm:pt modelId="{22F67AC6-6EB4-4883-AF82-7C07594CBFE9}" type="pres">
      <dgm:prSet presAssocID="{C4941EE4-CFA7-44D3-A021-07CFCE4B3FE4}" presName="parentText" presStyleLbl="alignNode1" presStyleIdx="3" presStyleCnt="5">
        <dgm:presLayoutVars>
          <dgm:chMax val="1"/>
          <dgm:bulletEnabled/>
        </dgm:presLayoutVars>
      </dgm:prSet>
      <dgm:spPr/>
    </dgm:pt>
    <dgm:pt modelId="{5169A65C-9CFD-4C52-8086-862D35E0B22E}" type="pres">
      <dgm:prSet presAssocID="{C4941EE4-CFA7-44D3-A021-07CFCE4B3FE4}" presName="descendantText" presStyleLbl="alignAccFollowNode1" presStyleIdx="3" presStyleCnt="5">
        <dgm:presLayoutVars>
          <dgm:bulletEnabled/>
        </dgm:presLayoutVars>
      </dgm:prSet>
      <dgm:spPr/>
    </dgm:pt>
    <dgm:pt modelId="{8614D9A4-E8F3-43E9-AC8B-160C49602755}" type="pres">
      <dgm:prSet presAssocID="{1D34A694-E41F-451B-B2C9-054500302B4D}" presName="sp" presStyleCnt="0"/>
      <dgm:spPr/>
    </dgm:pt>
    <dgm:pt modelId="{E04D94C2-BE72-4317-B742-CB0B00708F13}" type="pres">
      <dgm:prSet presAssocID="{CC82C462-938C-4A27-8CD7-7596C6CBAFDF}" presName="linNode" presStyleCnt="0"/>
      <dgm:spPr/>
    </dgm:pt>
    <dgm:pt modelId="{11D84883-7B7A-4613-A922-BB4DCFAE71F8}" type="pres">
      <dgm:prSet presAssocID="{CC82C462-938C-4A27-8CD7-7596C6CBAFDF}" presName="parentText" presStyleLbl="alignNode1" presStyleIdx="4" presStyleCnt="5">
        <dgm:presLayoutVars>
          <dgm:chMax val="1"/>
          <dgm:bulletEnabled/>
        </dgm:presLayoutVars>
      </dgm:prSet>
      <dgm:spPr/>
    </dgm:pt>
    <dgm:pt modelId="{EA98C79B-6797-4818-B02E-D5ACBFD7AEBD}" type="pres">
      <dgm:prSet presAssocID="{CC82C462-938C-4A27-8CD7-7596C6CBAFDF}" presName="descendantText" presStyleLbl="alignAccFollowNode1" presStyleIdx="4" presStyleCnt="5">
        <dgm:presLayoutVars>
          <dgm:bulletEnabled/>
        </dgm:presLayoutVars>
      </dgm:prSet>
      <dgm:spPr/>
    </dgm:pt>
  </dgm:ptLst>
  <dgm:cxnLst>
    <dgm:cxn modelId="{78342913-D5D9-4776-B55C-1E949CE45511}" srcId="{1B694F92-1700-45E0-A1F9-4EB1A6A4183F}" destId="{C822BFC2-6A5F-47F9-9069-9A47ABC6AA58}" srcOrd="0" destOrd="0" parTransId="{321F838F-3C42-4155-8D7C-6B0FF2450823}" sibTransId="{56E5036F-E2B3-4D24-A5A8-D8A7FFB7A4F7}"/>
    <dgm:cxn modelId="{2BAE6F13-A982-4277-B820-C53735CA00DF}" type="presOf" srcId="{707E8087-D8A6-4B5D-A1FC-C4BA4EF5DA66}" destId="{11D8C008-1E76-42A6-ACBA-C4FC2E699639}" srcOrd="0" destOrd="1" presId="urn:microsoft.com/office/officeart/2016/7/layout/VerticalSolidActionList"/>
    <dgm:cxn modelId="{6A14E314-B7C0-40EE-8874-38C364385679}" type="presOf" srcId="{C822BFC2-6A5F-47F9-9069-9A47ABC6AA58}" destId="{56B5BBB6-2F95-4B28-BB67-6266190C8F8C}" srcOrd="0" destOrd="0" presId="urn:microsoft.com/office/officeart/2016/7/layout/VerticalSolidActionList"/>
    <dgm:cxn modelId="{C2131F28-48EC-47A5-930E-3C879762D05D}" type="presOf" srcId="{62150AE2-04F7-49D0-A57A-11A7FE5DB2FE}" destId="{56B5BBB6-2F95-4B28-BB67-6266190C8F8C}" srcOrd="0" destOrd="1" presId="urn:microsoft.com/office/officeart/2016/7/layout/VerticalSolidActionList"/>
    <dgm:cxn modelId="{E7E29830-3AF7-46C5-92A1-A35351A2B2C2}" type="presOf" srcId="{416F71DD-C849-44CD-A7D2-E5FB85F28F03}" destId="{B54CE69A-8CAD-4BD8-9865-CE168FFB5A46}" srcOrd="0" destOrd="0" presId="urn:microsoft.com/office/officeart/2016/7/layout/VerticalSolidActionList"/>
    <dgm:cxn modelId="{693FB430-5D4D-4086-AFEE-442F37A34FB1}" type="presOf" srcId="{1B694F92-1700-45E0-A1F9-4EB1A6A4183F}" destId="{2EBD6034-09D0-480C-B0C2-D1FDFCE0F23B}" srcOrd="0" destOrd="0" presId="urn:microsoft.com/office/officeart/2016/7/layout/VerticalSolidActionList"/>
    <dgm:cxn modelId="{5C05B435-0093-4E4D-ABFD-BC1EEF5ECFB8}" type="presOf" srcId="{55B880A9-B0CC-469D-9B97-6C926CEE94A7}" destId="{DC40848E-F119-41D6-9A6E-25D017EE6344}" srcOrd="0" destOrd="0" presId="urn:microsoft.com/office/officeart/2016/7/layout/VerticalSolidActionList"/>
    <dgm:cxn modelId="{CAFCAA37-1BA9-4D60-BAEC-17DC29E96836}" srcId="{5C463E49-76EF-478B-8A22-AF9F964A68AE}" destId="{707E8087-D8A6-4B5D-A1FC-C4BA4EF5DA66}" srcOrd="1" destOrd="0" parTransId="{363DBA77-70FB-443F-AECA-AC802BDAFB19}" sibTransId="{17FE3BFA-9786-4C67-BD2C-E7AE0D8D735E}"/>
    <dgm:cxn modelId="{D0C63F38-09A9-401C-B1EF-A9AE5B73241A}" srcId="{416F71DD-C849-44CD-A7D2-E5FB85F28F03}" destId="{C4941EE4-CFA7-44D3-A021-07CFCE4B3FE4}" srcOrd="3" destOrd="0" parTransId="{15781475-818A-4A00-B575-BBB19D7DCCA9}" sibTransId="{1D34A694-E41F-451B-B2C9-054500302B4D}"/>
    <dgm:cxn modelId="{5F60C95D-157D-4219-B30B-63F46C6AB197}" srcId="{416F71DD-C849-44CD-A7D2-E5FB85F28F03}" destId="{1B694F92-1700-45E0-A1F9-4EB1A6A4183F}" srcOrd="0" destOrd="0" parTransId="{27267D1F-51FC-4176-ADD6-BB0366942F06}" sibTransId="{F4441C0B-C4B4-4748-97E2-7A87415ED4D1}"/>
    <dgm:cxn modelId="{73EA3A67-433C-4DA6-A217-BA699BAFAAA9}" srcId="{C4941EE4-CFA7-44D3-A021-07CFCE4B3FE4}" destId="{C90142FD-095A-49D9-BA33-D1D8D6ABD957}" srcOrd="0" destOrd="0" parTransId="{D0937DC0-F089-49FD-8B4B-38A4342D6810}" sibTransId="{45C3DB6C-FEC6-4586-B72C-F75793BF70D4}"/>
    <dgm:cxn modelId="{01D1E547-3B54-4FD4-AB57-CEE561E38A15}" srcId="{CC82C462-938C-4A27-8CD7-7596C6CBAFDF}" destId="{590086CF-AD7A-4444-8639-0A7C16B2AB3A}" srcOrd="1" destOrd="0" parTransId="{0B29CBD2-B0DE-4398-9C91-2D28CC4A1DD9}" sibTransId="{9087C6F9-6798-4CF0-9FDD-80D75DF3538C}"/>
    <dgm:cxn modelId="{CA08234B-D6E9-4BD1-9A98-5204B9539215}" type="presOf" srcId="{C4941EE4-CFA7-44D3-A021-07CFCE4B3FE4}" destId="{22F67AC6-6EB4-4883-AF82-7C07594CBFE9}" srcOrd="0" destOrd="0" presId="urn:microsoft.com/office/officeart/2016/7/layout/VerticalSolidActionList"/>
    <dgm:cxn modelId="{698BDB6F-3484-457B-9611-F6E769B7F7C0}" srcId="{5C463E49-76EF-478B-8A22-AF9F964A68AE}" destId="{4D70D117-7EAB-48DF-A6C0-8B4062ED354D}" srcOrd="0" destOrd="0" parTransId="{C4EFCAC2-E345-4C0A-A7E4-EABEE69521EC}" sibTransId="{401301C9-B255-4A2F-B22E-5138FAE7124D}"/>
    <dgm:cxn modelId="{5E430170-EBAE-467F-919F-D4FBF797EBB0}" srcId="{416F71DD-C849-44CD-A7D2-E5FB85F28F03}" destId="{5C463E49-76EF-478B-8A22-AF9F964A68AE}" srcOrd="2" destOrd="0" parTransId="{46BC77B0-C2C6-4C3E-9DC9-BC9445305A7F}" sibTransId="{B59274C2-629B-4994-A9F9-5B897FA35594}"/>
    <dgm:cxn modelId="{4A07C679-A2B0-4D47-94DC-CBCD65199F20}" type="presOf" srcId="{5C463E49-76EF-478B-8A22-AF9F964A68AE}" destId="{DD8BDC17-367C-4280-ADFC-7879A312F6DF}" srcOrd="0" destOrd="0" presId="urn:microsoft.com/office/officeart/2016/7/layout/VerticalSolidActionList"/>
    <dgm:cxn modelId="{43934282-16F3-4F2A-8509-F28CB24254B4}" type="presOf" srcId="{905CCE67-634B-432B-B581-EB46F832A68E}" destId="{EA98C79B-6797-4818-B02E-D5ACBFD7AEBD}" srcOrd="0" destOrd="0" presId="urn:microsoft.com/office/officeart/2016/7/layout/VerticalSolidActionList"/>
    <dgm:cxn modelId="{6C202085-5F61-4B73-99F5-FD512653D1D5}" type="presOf" srcId="{5B3752DE-ADCD-4CC3-A71E-02B08E38377B}" destId="{EA98C79B-6797-4818-B02E-D5ACBFD7AEBD}" srcOrd="0" destOrd="3" presId="urn:microsoft.com/office/officeart/2016/7/layout/VerticalSolidActionList"/>
    <dgm:cxn modelId="{932EF689-AA84-493B-A3D5-7EA0547743FC}" srcId="{1B694F92-1700-45E0-A1F9-4EB1A6A4183F}" destId="{62150AE2-04F7-49D0-A57A-11A7FE5DB2FE}" srcOrd="1" destOrd="0" parTransId="{B663A89B-2019-496F-B3D3-B93FFAFE7885}" sibTransId="{9FFFB861-D3C6-47CB-84DB-B1989089EBFB}"/>
    <dgm:cxn modelId="{2D209598-E033-4E88-9CD3-7685A9845D14}" type="presOf" srcId="{1B8DD92F-A6DD-4CC9-A074-56AB875E8EE0}" destId="{38FF2204-51FB-410B-824E-CF5856AE5DD2}" srcOrd="0" destOrd="0" presId="urn:microsoft.com/office/officeart/2016/7/layout/VerticalSolidActionList"/>
    <dgm:cxn modelId="{2AF9A598-B8A9-4959-9B55-EB251A6307E3}" srcId="{C4941EE4-CFA7-44D3-A021-07CFCE4B3FE4}" destId="{419A019A-7C0A-43C5-9DC3-25DB7556F6EE}" srcOrd="1" destOrd="0" parTransId="{89DEAC89-DDDB-4DC5-A536-BB51D501E63A}" sibTransId="{208A93B0-B487-46CC-8271-7FBC6424B751}"/>
    <dgm:cxn modelId="{5C560D9C-6D76-47EB-BD19-F8A8FC2D2C1B}" type="presOf" srcId="{419A019A-7C0A-43C5-9DC3-25DB7556F6EE}" destId="{5169A65C-9CFD-4C52-8086-862D35E0B22E}" srcOrd="0" destOrd="1" presId="urn:microsoft.com/office/officeart/2016/7/layout/VerticalSolidActionList"/>
    <dgm:cxn modelId="{864D7E9E-B513-4433-AC34-D8C47E2F26E2}" srcId="{416F71DD-C849-44CD-A7D2-E5FB85F28F03}" destId="{55B880A9-B0CC-469D-9B97-6C926CEE94A7}" srcOrd="1" destOrd="0" parTransId="{9263D79A-A934-4FA9-8049-906D7B401272}" sibTransId="{58A9FC87-64EB-47DC-96C9-07C2642B3C9A}"/>
    <dgm:cxn modelId="{DD1F18A1-F17E-4538-A033-5E7429A8AB7D}" type="presOf" srcId="{CC82C462-938C-4A27-8CD7-7596C6CBAFDF}" destId="{11D84883-7B7A-4613-A922-BB4DCFAE71F8}" srcOrd="0" destOrd="0" presId="urn:microsoft.com/office/officeart/2016/7/layout/VerticalSolidActionList"/>
    <dgm:cxn modelId="{FC67E1A3-FE51-4A7F-9E75-9ED4965187A5}" type="presOf" srcId="{4D70D117-7EAB-48DF-A6C0-8B4062ED354D}" destId="{11D8C008-1E76-42A6-ACBA-C4FC2E699639}" srcOrd="0" destOrd="0" presId="urn:microsoft.com/office/officeart/2016/7/layout/VerticalSolidActionList"/>
    <dgm:cxn modelId="{9872B9AA-522F-4407-952D-D3D0346A7AED}" srcId="{55B880A9-B0CC-469D-9B97-6C926CEE94A7}" destId="{1B8DD92F-A6DD-4CC9-A074-56AB875E8EE0}" srcOrd="0" destOrd="0" parTransId="{036B311C-5230-462C-BE86-F8F51CEC6512}" sibTransId="{68E8B670-721D-41B0-971C-4BCFF00ED7AE}"/>
    <dgm:cxn modelId="{D0CD3BAD-D345-477A-8BFC-E8F8FF0FBE3B}" srcId="{55B880A9-B0CC-469D-9B97-6C926CEE94A7}" destId="{7FF28DB9-1F6B-4A47-B820-62F38968B0E6}" srcOrd="1" destOrd="0" parTransId="{1D962B52-47A3-4DF4-93E7-78FD3DE3A246}" sibTransId="{E197B405-0D6F-4557-B9EC-17C69C7F05AC}"/>
    <dgm:cxn modelId="{85511DB4-1100-4077-AF36-381E0C5ABE90}" type="presOf" srcId="{590086CF-AD7A-4444-8639-0A7C16B2AB3A}" destId="{EA98C79B-6797-4818-B02E-D5ACBFD7AEBD}" srcOrd="0" destOrd="1" presId="urn:microsoft.com/office/officeart/2016/7/layout/VerticalSolidActionList"/>
    <dgm:cxn modelId="{7DFF28C4-2373-4853-9C3C-46730AED26E4}" srcId="{CC82C462-938C-4A27-8CD7-7596C6CBAFDF}" destId="{124C3CA0-F5A2-4623-BB29-63DBBD07A722}" srcOrd="2" destOrd="0" parTransId="{62181BDF-F856-4D37-8C96-2054F8041A77}" sibTransId="{CE9F1F91-86F5-4AF4-B016-F60313FE6EB0}"/>
    <dgm:cxn modelId="{D5604EDE-79A6-4485-8C53-79A3B0DBCA70}" srcId="{CC82C462-938C-4A27-8CD7-7596C6CBAFDF}" destId="{5B3752DE-ADCD-4CC3-A71E-02B08E38377B}" srcOrd="3" destOrd="0" parTransId="{7A5B909F-3DC9-4909-A74C-DC7AD24E42C7}" sibTransId="{BCC32EB0-8E26-443C-982C-3414437505A2}"/>
    <dgm:cxn modelId="{B40098E7-8AEF-47B7-AB0C-162D4B18D320}" type="presOf" srcId="{C90142FD-095A-49D9-BA33-D1D8D6ABD957}" destId="{5169A65C-9CFD-4C52-8086-862D35E0B22E}" srcOrd="0" destOrd="0" presId="urn:microsoft.com/office/officeart/2016/7/layout/VerticalSolidActionList"/>
    <dgm:cxn modelId="{BA64D4F5-208F-457B-AFD1-8215716F2D34}" type="presOf" srcId="{7FF28DB9-1F6B-4A47-B820-62F38968B0E6}" destId="{38FF2204-51FB-410B-824E-CF5856AE5DD2}" srcOrd="0" destOrd="1" presId="urn:microsoft.com/office/officeart/2016/7/layout/VerticalSolidActionList"/>
    <dgm:cxn modelId="{506131F7-E6E9-40E1-8BA1-8DFE41F7A758}" type="presOf" srcId="{124C3CA0-F5A2-4623-BB29-63DBBD07A722}" destId="{EA98C79B-6797-4818-B02E-D5ACBFD7AEBD}" srcOrd="0" destOrd="2" presId="urn:microsoft.com/office/officeart/2016/7/layout/VerticalSolidActionList"/>
    <dgm:cxn modelId="{267870F8-10A0-427B-84D6-81653C9DF957}" srcId="{CC82C462-938C-4A27-8CD7-7596C6CBAFDF}" destId="{905CCE67-634B-432B-B581-EB46F832A68E}" srcOrd="0" destOrd="0" parTransId="{5B9F9200-4980-4DB5-A863-E66F61099CB3}" sibTransId="{012DE1E4-7DF4-4F5C-BC4F-393F2318F0A5}"/>
    <dgm:cxn modelId="{4A0A3FFA-8D80-4639-9D97-0D3698BEC68E}" srcId="{416F71DD-C849-44CD-A7D2-E5FB85F28F03}" destId="{CC82C462-938C-4A27-8CD7-7596C6CBAFDF}" srcOrd="4" destOrd="0" parTransId="{E18CC7EE-DDEB-48BA-8722-15A37BF5738E}" sibTransId="{DE4C00FA-A70D-4F1C-95DD-29527BA176AD}"/>
    <dgm:cxn modelId="{49327296-932B-419E-BE01-D6F2FCC5936F}" type="presParOf" srcId="{B54CE69A-8CAD-4BD8-9865-CE168FFB5A46}" destId="{D287F4D5-DF54-4CFF-ABB9-4635ED338707}" srcOrd="0" destOrd="0" presId="urn:microsoft.com/office/officeart/2016/7/layout/VerticalSolidActionList"/>
    <dgm:cxn modelId="{259C57B5-7D9D-439A-AA12-6E46B66F6B14}" type="presParOf" srcId="{D287F4D5-DF54-4CFF-ABB9-4635ED338707}" destId="{2EBD6034-09D0-480C-B0C2-D1FDFCE0F23B}" srcOrd="0" destOrd="0" presId="urn:microsoft.com/office/officeart/2016/7/layout/VerticalSolidActionList"/>
    <dgm:cxn modelId="{677B487F-E474-4AAE-9255-56B5297ED104}" type="presParOf" srcId="{D287F4D5-DF54-4CFF-ABB9-4635ED338707}" destId="{56B5BBB6-2F95-4B28-BB67-6266190C8F8C}" srcOrd="1" destOrd="0" presId="urn:microsoft.com/office/officeart/2016/7/layout/VerticalSolidActionList"/>
    <dgm:cxn modelId="{4AD4369D-CC3C-4D45-BC4F-8384B87F4161}" type="presParOf" srcId="{B54CE69A-8CAD-4BD8-9865-CE168FFB5A46}" destId="{12D1435C-FCEE-4348-B972-BBAB4E201A28}" srcOrd="1" destOrd="0" presId="urn:microsoft.com/office/officeart/2016/7/layout/VerticalSolidActionList"/>
    <dgm:cxn modelId="{60EBE036-14EB-405A-B5A7-C81F00B0892E}" type="presParOf" srcId="{B54CE69A-8CAD-4BD8-9865-CE168FFB5A46}" destId="{5A5487E5-5C23-4347-80F2-0386C7A082CC}" srcOrd="2" destOrd="0" presId="urn:microsoft.com/office/officeart/2016/7/layout/VerticalSolidActionList"/>
    <dgm:cxn modelId="{89416190-DE61-435F-BF84-ACEE30B937B7}" type="presParOf" srcId="{5A5487E5-5C23-4347-80F2-0386C7A082CC}" destId="{DC40848E-F119-41D6-9A6E-25D017EE6344}" srcOrd="0" destOrd="0" presId="urn:microsoft.com/office/officeart/2016/7/layout/VerticalSolidActionList"/>
    <dgm:cxn modelId="{8242AFFB-B5E0-4F3A-8886-1F11359AD1F3}" type="presParOf" srcId="{5A5487E5-5C23-4347-80F2-0386C7A082CC}" destId="{38FF2204-51FB-410B-824E-CF5856AE5DD2}" srcOrd="1" destOrd="0" presId="urn:microsoft.com/office/officeart/2016/7/layout/VerticalSolidActionList"/>
    <dgm:cxn modelId="{E36561DB-2846-4187-9D79-7005EEF8FB43}" type="presParOf" srcId="{B54CE69A-8CAD-4BD8-9865-CE168FFB5A46}" destId="{5EE4B568-3D37-4A3C-AAAB-C5C495B9F8F0}" srcOrd="3" destOrd="0" presId="urn:microsoft.com/office/officeart/2016/7/layout/VerticalSolidActionList"/>
    <dgm:cxn modelId="{C10617E5-9E40-4EA5-A66F-F21B2593B4E8}" type="presParOf" srcId="{B54CE69A-8CAD-4BD8-9865-CE168FFB5A46}" destId="{29F6C4E0-8C6C-4D27-8B2F-906F6A3B80C9}" srcOrd="4" destOrd="0" presId="urn:microsoft.com/office/officeart/2016/7/layout/VerticalSolidActionList"/>
    <dgm:cxn modelId="{15737B7D-6080-4AAE-B50C-014DA67B8D81}" type="presParOf" srcId="{29F6C4E0-8C6C-4D27-8B2F-906F6A3B80C9}" destId="{DD8BDC17-367C-4280-ADFC-7879A312F6DF}" srcOrd="0" destOrd="0" presId="urn:microsoft.com/office/officeart/2016/7/layout/VerticalSolidActionList"/>
    <dgm:cxn modelId="{82C2A721-5EB9-4300-A18B-4EE5FE4A7A4F}" type="presParOf" srcId="{29F6C4E0-8C6C-4D27-8B2F-906F6A3B80C9}" destId="{11D8C008-1E76-42A6-ACBA-C4FC2E699639}" srcOrd="1" destOrd="0" presId="urn:microsoft.com/office/officeart/2016/7/layout/VerticalSolidActionList"/>
    <dgm:cxn modelId="{8B030AD6-EDC1-4E14-85C4-658408D46565}" type="presParOf" srcId="{B54CE69A-8CAD-4BD8-9865-CE168FFB5A46}" destId="{EBE12F21-E6BD-460C-B917-AE1EE38587F1}" srcOrd="5" destOrd="0" presId="urn:microsoft.com/office/officeart/2016/7/layout/VerticalSolidActionList"/>
    <dgm:cxn modelId="{74B804B5-9654-4134-B607-748821FA1C33}" type="presParOf" srcId="{B54CE69A-8CAD-4BD8-9865-CE168FFB5A46}" destId="{25218FA6-E588-4380-9A26-92A12EBB3CD3}" srcOrd="6" destOrd="0" presId="urn:microsoft.com/office/officeart/2016/7/layout/VerticalSolidActionList"/>
    <dgm:cxn modelId="{60EA9265-9E83-494D-9C17-3B7808A0A668}" type="presParOf" srcId="{25218FA6-E588-4380-9A26-92A12EBB3CD3}" destId="{22F67AC6-6EB4-4883-AF82-7C07594CBFE9}" srcOrd="0" destOrd="0" presId="urn:microsoft.com/office/officeart/2016/7/layout/VerticalSolidActionList"/>
    <dgm:cxn modelId="{1634E060-C189-4101-B113-622942A573F8}" type="presParOf" srcId="{25218FA6-E588-4380-9A26-92A12EBB3CD3}" destId="{5169A65C-9CFD-4C52-8086-862D35E0B22E}" srcOrd="1" destOrd="0" presId="urn:microsoft.com/office/officeart/2016/7/layout/VerticalSolidActionList"/>
    <dgm:cxn modelId="{63C44E8A-1D69-474C-90D9-5166A3CA9CFC}" type="presParOf" srcId="{B54CE69A-8CAD-4BD8-9865-CE168FFB5A46}" destId="{8614D9A4-E8F3-43E9-AC8B-160C49602755}" srcOrd="7" destOrd="0" presId="urn:microsoft.com/office/officeart/2016/7/layout/VerticalSolidActionList"/>
    <dgm:cxn modelId="{C9A93684-6092-43B7-9D46-FBDD10845F5A}" type="presParOf" srcId="{B54CE69A-8CAD-4BD8-9865-CE168FFB5A46}" destId="{E04D94C2-BE72-4317-B742-CB0B00708F13}" srcOrd="8" destOrd="0" presId="urn:microsoft.com/office/officeart/2016/7/layout/VerticalSolidActionList"/>
    <dgm:cxn modelId="{C8940D0E-B5D5-4C75-836B-E2B7FA31DA16}" type="presParOf" srcId="{E04D94C2-BE72-4317-B742-CB0B00708F13}" destId="{11D84883-7B7A-4613-A922-BB4DCFAE71F8}" srcOrd="0" destOrd="0" presId="urn:microsoft.com/office/officeart/2016/7/layout/VerticalSolidActionList"/>
    <dgm:cxn modelId="{72BB45BC-82EB-48AD-9520-67762B4A0DAF}" type="presParOf" srcId="{E04D94C2-BE72-4317-B742-CB0B00708F13}" destId="{EA98C79B-6797-4818-B02E-D5ACBFD7AEBD}" srcOrd="1" destOrd="0" presId="urn:microsoft.com/office/officeart/2016/7/layout/VerticalSolidAc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8D4CCAF-A2CE-4049-8686-F1FF251B7C22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99486793-6580-45BA-A269-B03CA45C8C31}">
      <dgm:prSet/>
      <dgm:spPr/>
      <dgm:t>
        <a:bodyPr/>
        <a:lstStyle/>
        <a:p>
          <a:r>
            <a:rPr lang="en-US" b="0" i="0"/>
            <a:t>1. BIOS/UEFI Initialization: Hardware check and hand over to bootloader.</a:t>
          </a:r>
          <a:endParaRPr lang="en-US"/>
        </a:p>
      </dgm:t>
    </dgm:pt>
    <dgm:pt modelId="{1F508209-D05F-4407-A7F8-4D7C9D4004F2}" type="parTrans" cxnId="{B793014F-062E-459C-BFA6-7E7FC5470967}">
      <dgm:prSet/>
      <dgm:spPr/>
      <dgm:t>
        <a:bodyPr/>
        <a:lstStyle/>
        <a:p>
          <a:endParaRPr lang="en-US"/>
        </a:p>
      </dgm:t>
    </dgm:pt>
    <dgm:pt modelId="{CAB24CDC-276B-4E91-8D9F-BBA4E37C0EBA}" type="sibTrans" cxnId="{B793014F-062E-459C-BFA6-7E7FC5470967}">
      <dgm:prSet/>
      <dgm:spPr/>
      <dgm:t>
        <a:bodyPr/>
        <a:lstStyle/>
        <a:p>
          <a:endParaRPr lang="en-US"/>
        </a:p>
      </dgm:t>
    </dgm:pt>
    <dgm:pt modelId="{A0DD3646-EBB0-487D-B8D6-69DDBECF8B04}">
      <dgm:prSet/>
      <dgm:spPr/>
      <dgm:t>
        <a:bodyPr/>
        <a:lstStyle/>
        <a:p>
          <a:r>
            <a:rPr lang="en-US" b="0" i="0"/>
            <a:t>2. Boot Loader: GRUB loads the kernel.</a:t>
          </a:r>
          <a:endParaRPr lang="en-US"/>
        </a:p>
      </dgm:t>
    </dgm:pt>
    <dgm:pt modelId="{5FD5D400-CE8D-437E-85EC-E1E287FC83C5}" type="parTrans" cxnId="{3C133762-292D-4ABC-84A9-0474EEF3196D}">
      <dgm:prSet/>
      <dgm:spPr/>
      <dgm:t>
        <a:bodyPr/>
        <a:lstStyle/>
        <a:p>
          <a:endParaRPr lang="en-US"/>
        </a:p>
      </dgm:t>
    </dgm:pt>
    <dgm:pt modelId="{0D628FF9-BD89-46A2-88E2-EFCB11048DCB}" type="sibTrans" cxnId="{3C133762-292D-4ABC-84A9-0474EEF3196D}">
      <dgm:prSet/>
      <dgm:spPr/>
      <dgm:t>
        <a:bodyPr/>
        <a:lstStyle/>
        <a:p>
          <a:endParaRPr lang="en-US"/>
        </a:p>
      </dgm:t>
    </dgm:pt>
    <dgm:pt modelId="{0BA2D866-F47B-46DA-936C-EFBE884E8D53}">
      <dgm:prSet/>
      <dgm:spPr/>
      <dgm:t>
        <a:bodyPr/>
        <a:lstStyle/>
        <a:p>
          <a:r>
            <a:rPr lang="en-US" b="0" i="0"/>
            <a:t>3. Kernel Initialization: Loads drivers and mounts root filesystem.</a:t>
          </a:r>
          <a:endParaRPr lang="en-US"/>
        </a:p>
      </dgm:t>
    </dgm:pt>
    <dgm:pt modelId="{D16E3345-6092-44F4-BF2C-721F05DC99E0}" type="parTrans" cxnId="{FC8A713B-2E11-47B7-81CD-4DFADD112BC0}">
      <dgm:prSet/>
      <dgm:spPr/>
      <dgm:t>
        <a:bodyPr/>
        <a:lstStyle/>
        <a:p>
          <a:endParaRPr lang="en-US"/>
        </a:p>
      </dgm:t>
    </dgm:pt>
    <dgm:pt modelId="{F2B997D1-44E0-410D-A6CF-33A5432436F8}" type="sibTrans" cxnId="{FC8A713B-2E11-47B7-81CD-4DFADD112BC0}">
      <dgm:prSet/>
      <dgm:spPr/>
      <dgm:t>
        <a:bodyPr/>
        <a:lstStyle/>
        <a:p>
          <a:endParaRPr lang="en-US"/>
        </a:p>
      </dgm:t>
    </dgm:pt>
    <dgm:pt modelId="{0FD8E4F2-F8A5-45E9-8B01-30FCCBC10C5D}">
      <dgm:prSet/>
      <dgm:spPr/>
      <dgm:t>
        <a:bodyPr/>
        <a:lstStyle/>
        <a:p>
          <a:r>
            <a:rPr lang="en-US" b="0" i="0"/>
            <a:t>4. Initramfs: Temporary root file system used during boot.</a:t>
          </a:r>
          <a:endParaRPr lang="en-US"/>
        </a:p>
      </dgm:t>
    </dgm:pt>
    <dgm:pt modelId="{C68A9A4E-8F56-4500-8924-D9769B4C9DBD}" type="parTrans" cxnId="{9548FAC3-36A5-47B0-B330-1CD309A2B8EF}">
      <dgm:prSet/>
      <dgm:spPr/>
      <dgm:t>
        <a:bodyPr/>
        <a:lstStyle/>
        <a:p>
          <a:endParaRPr lang="en-US"/>
        </a:p>
      </dgm:t>
    </dgm:pt>
    <dgm:pt modelId="{52D94BA3-A610-4F30-A1DC-3A76EC48588C}" type="sibTrans" cxnId="{9548FAC3-36A5-47B0-B330-1CD309A2B8EF}">
      <dgm:prSet/>
      <dgm:spPr/>
      <dgm:t>
        <a:bodyPr/>
        <a:lstStyle/>
        <a:p>
          <a:endParaRPr lang="en-US"/>
        </a:p>
      </dgm:t>
    </dgm:pt>
    <dgm:pt modelId="{8269A327-A014-4FA5-9FD9-189DA73C6576}">
      <dgm:prSet/>
      <dgm:spPr/>
      <dgm:t>
        <a:bodyPr/>
        <a:lstStyle/>
        <a:p>
          <a:r>
            <a:rPr lang="en-US" b="0" i="0"/>
            <a:t>5. Init/systemd: First process started by kernel.</a:t>
          </a:r>
          <a:endParaRPr lang="en-US"/>
        </a:p>
      </dgm:t>
    </dgm:pt>
    <dgm:pt modelId="{E33E6632-0F80-46DE-AD5D-9A9CC1D0695D}" type="parTrans" cxnId="{954A9897-720A-4E63-A6B7-3340BF5A62E2}">
      <dgm:prSet/>
      <dgm:spPr/>
      <dgm:t>
        <a:bodyPr/>
        <a:lstStyle/>
        <a:p>
          <a:endParaRPr lang="en-US"/>
        </a:p>
      </dgm:t>
    </dgm:pt>
    <dgm:pt modelId="{6AA6C34F-B61B-4C80-826F-64024E9AF8CA}" type="sibTrans" cxnId="{954A9897-720A-4E63-A6B7-3340BF5A62E2}">
      <dgm:prSet/>
      <dgm:spPr/>
      <dgm:t>
        <a:bodyPr/>
        <a:lstStyle/>
        <a:p>
          <a:endParaRPr lang="en-US"/>
        </a:p>
      </dgm:t>
    </dgm:pt>
    <dgm:pt modelId="{A331FC26-0447-4154-B6BD-23AAFF134954}">
      <dgm:prSet/>
      <dgm:spPr/>
      <dgm:t>
        <a:bodyPr/>
        <a:lstStyle/>
        <a:p>
          <a:r>
            <a:rPr lang="en-US" b="0" i="0"/>
            <a:t>6. </a:t>
          </a:r>
          <a:r>
            <a:rPr lang="en-US" b="0" i="0" err="1"/>
            <a:t>Runlevels</a:t>
          </a:r>
          <a:r>
            <a:rPr lang="en-US" b="0" i="0"/>
            <a:t>/Targets: Determine system state (multi-user, graphical).</a:t>
          </a:r>
          <a:endParaRPr lang="en-US"/>
        </a:p>
      </dgm:t>
    </dgm:pt>
    <dgm:pt modelId="{F01003A8-EC56-43B9-814D-BA95A1B65042}" type="parTrans" cxnId="{847E21C3-B3ED-4831-BF5A-E12ED0DFB7C9}">
      <dgm:prSet/>
      <dgm:spPr/>
      <dgm:t>
        <a:bodyPr/>
        <a:lstStyle/>
        <a:p>
          <a:endParaRPr lang="en-US"/>
        </a:p>
      </dgm:t>
    </dgm:pt>
    <dgm:pt modelId="{98DA8EDA-39ED-44F3-920F-E18D1C26D27E}" type="sibTrans" cxnId="{847E21C3-B3ED-4831-BF5A-E12ED0DFB7C9}">
      <dgm:prSet/>
      <dgm:spPr/>
      <dgm:t>
        <a:bodyPr/>
        <a:lstStyle/>
        <a:p>
          <a:endParaRPr lang="en-US"/>
        </a:p>
      </dgm:t>
    </dgm:pt>
    <dgm:pt modelId="{C7A923EE-7854-4A8D-AFDB-4A47B8CEC5C7}">
      <dgm:prSet custT="1"/>
      <dgm:spPr/>
      <dgm:t>
        <a:bodyPr/>
        <a:lstStyle/>
        <a:p>
          <a:r>
            <a:rPr lang="en-US" sz="1050" b="0" i="0"/>
            <a:t>- </a:t>
          </a:r>
          <a:r>
            <a:rPr lang="en-US" sz="1050" b="0" i="0" err="1"/>
            <a:t>SysVinit</a:t>
          </a:r>
          <a:r>
            <a:rPr lang="en-US" sz="1050" b="0" i="0"/>
            <a:t> vs </a:t>
          </a:r>
          <a:r>
            <a:rPr lang="en-US" sz="1050" b="0" i="0" err="1"/>
            <a:t>systemd</a:t>
          </a:r>
          <a:r>
            <a:rPr lang="en-US" sz="1050" b="0" i="0"/>
            <a:t>: </a:t>
          </a:r>
          <a:r>
            <a:rPr lang="en-US" sz="1050" b="0" i="0" err="1"/>
            <a:t>systemd</a:t>
          </a:r>
          <a:r>
            <a:rPr lang="en-US" sz="1050" b="0" i="0"/>
            <a:t> offers parallel service loading and better performance.</a:t>
          </a:r>
          <a:endParaRPr lang="en-US" sz="1050"/>
        </a:p>
      </dgm:t>
    </dgm:pt>
    <dgm:pt modelId="{539B64BB-6A9B-4F7F-A960-EC42AAE58315}" type="parTrans" cxnId="{894733DA-8EA6-4E8E-B9CF-3A29158E78FA}">
      <dgm:prSet/>
      <dgm:spPr/>
      <dgm:t>
        <a:bodyPr/>
        <a:lstStyle/>
        <a:p>
          <a:endParaRPr lang="en-US"/>
        </a:p>
      </dgm:t>
    </dgm:pt>
    <dgm:pt modelId="{35D55928-5E19-472E-85C1-CB9CAB6AF269}" type="sibTrans" cxnId="{894733DA-8EA6-4E8E-B9CF-3A29158E78FA}">
      <dgm:prSet/>
      <dgm:spPr/>
      <dgm:t>
        <a:bodyPr/>
        <a:lstStyle/>
        <a:p>
          <a:endParaRPr lang="en-US"/>
        </a:p>
      </dgm:t>
    </dgm:pt>
    <dgm:pt modelId="{37504506-386F-4C51-BDCF-0D5220E7029E}" type="pres">
      <dgm:prSet presAssocID="{F8D4CCAF-A2CE-4049-8686-F1FF251B7C22}" presName="Name0" presStyleCnt="0">
        <dgm:presLayoutVars>
          <dgm:dir/>
          <dgm:resizeHandles val="exact"/>
        </dgm:presLayoutVars>
      </dgm:prSet>
      <dgm:spPr/>
    </dgm:pt>
    <dgm:pt modelId="{DD9C4F75-3DBA-4AC2-BC21-36B5361C80E6}" type="pres">
      <dgm:prSet presAssocID="{99486793-6580-45BA-A269-B03CA45C8C31}" presName="node" presStyleLbl="node1" presStyleIdx="0" presStyleCnt="7">
        <dgm:presLayoutVars>
          <dgm:bulletEnabled val="1"/>
        </dgm:presLayoutVars>
      </dgm:prSet>
      <dgm:spPr/>
    </dgm:pt>
    <dgm:pt modelId="{2D295BF4-61B8-4094-9034-89E0BF0BC003}" type="pres">
      <dgm:prSet presAssocID="{CAB24CDC-276B-4E91-8D9F-BBA4E37C0EBA}" presName="sibTrans" presStyleLbl="sibTrans1D1" presStyleIdx="0" presStyleCnt="6"/>
      <dgm:spPr/>
    </dgm:pt>
    <dgm:pt modelId="{832550CE-0BAE-4A18-9054-5101397775A2}" type="pres">
      <dgm:prSet presAssocID="{CAB24CDC-276B-4E91-8D9F-BBA4E37C0EBA}" presName="connectorText" presStyleLbl="sibTrans1D1" presStyleIdx="0" presStyleCnt="6"/>
      <dgm:spPr/>
    </dgm:pt>
    <dgm:pt modelId="{D45F4B0A-4BCB-40DC-81A5-7F80C0B037D7}" type="pres">
      <dgm:prSet presAssocID="{A0DD3646-EBB0-487D-B8D6-69DDBECF8B04}" presName="node" presStyleLbl="node1" presStyleIdx="1" presStyleCnt="7">
        <dgm:presLayoutVars>
          <dgm:bulletEnabled val="1"/>
        </dgm:presLayoutVars>
      </dgm:prSet>
      <dgm:spPr/>
    </dgm:pt>
    <dgm:pt modelId="{329C77F6-2AE8-41C1-B1E3-1932267D89EC}" type="pres">
      <dgm:prSet presAssocID="{0D628FF9-BD89-46A2-88E2-EFCB11048DCB}" presName="sibTrans" presStyleLbl="sibTrans1D1" presStyleIdx="1" presStyleCnt="6"/>
      <dgm:spPr/>
    </dgm:pt>
    <dgm:pt modelId="{6AF1E25E-796F-483F-8E64-63E91096B07D}" type="pres">
      <dgm:prSet presAssocID="{0D628FF9-BD89-46A2-88E2-EFCB11048DCB}" presName="connectorText" presStyleLbl="sibTrans1D1" presStyleIdx="1" presStyleCnt="6"/>
      <dgm:spPr/>
    </dgm:pt>
    <dgm:pt modelId="{0BEB6476-FB56-49F7-9EF4-D1DDBC96EB3E}" type="pres">
      <dgm:prSet presAssocID="{0BA2D866-F47B-46DA-936C-EFBE884E8D53}" presName="node" presStyleLbl="node1" presStyleIdx="2" presStyleCnt="7">
        <dgm:presLayoutVars>
          <dgm:bulletEnabled val="1"/>
        </dgm:presLayoutVars>
      </dgm:prSet>
      <dgm:spPr/>
    </dgm:pt>
    <dgm:pt modelId="{6854D28C-1FA3-407C-A048-864880A87464}" type="pres">
      <dgm:prSet presAssocID="{F2B997D1-44E0-410D-A6CF-33A5432436F8}" presName="sibTrans" presStyleLbl="sibTrans1D1" presStyleIdx="2" presStyleCnt="6"/>
      <dgm:spPr/>
    </dgm:pt>
    <dgm:pt modelId="{A89DBC0F-BBDA-4852-9622-071DA1EA2FC9}" type="pres">
      <dgm:prSet presAssocID="{F2B997D1-44E0-410D-A6CF-33A5432436F8}" presName="connectorText" presStyleLbl="sibTrans1D1" presStyleIdx="2" presStyleCnt="6"/>
      <dgm:spPr/>
    </dgm:pt>
    <dgm:pt modelId="{0073E057-9924-457F-BE24-F2B12A46896E}" type="pres">
      <dgm:prSet presAssocID="{0FD8E4F2-F8A5-45E9-8B01-30FCCBC10C5D}" presName="node" presStyleLbl="node1" presStyleIdx="3" presStyleCnt="7">
        <dgm:presLayoutVars>
          <dgm:bulletEnabled val="1"/>
        </dgm:presLayoutVars>
      </dgm:prSet>
      <dgm:spPr/>
    </dgm:pt>
    <dgm:pt modelId="{2F629FCA-E01E-4632-966A-81C6A519BB75}" type="pres">
      <dgm:prSet presAssocID="{52D94BA3-A610-4F30-A1DC-3A76EC48588C}" presName="sibTrans" presStyleLbl="sibTrans1D1" presStyleIdx="3" presStyleCnt="6"/>
      <dgm:spPr/>
    </dgm:pt>
    <dgm:pt modelId="{0A29D7C8-DFFC-4947-A342-A5177FCEB880}" type="pres">
      <dgm:prSet presAssocID="{52D94BA3-A610-4F30-A1DC-3A76EC48588C}" presName="connectorText" presStyleLbl="sibTrans1D1" presStyleIdx="3" presStyleCnt="6"/>
      <dgm:spPr/>
    </dgm:pt>
    <dgm:pt modelId="{C8345F27-248D-4787-B096-ABAD0B926A3C}" type="pres">
      <dgm:prSet presAssocID="{8269A327-A014-4FA5-9FD9-189DA73C6576}" presName="node" presStyleLbl="node1" presStyleIdx="4" presStyleCnt="7">
        <dgm:presLayoutVars>
          <dgm:bulletEnabled val="1"/>
        </dgm:presLayoutVars>
      </dgm:prSet>
      <dgm:spPr/>
    </dgm:pt>
    <dgm:pt modelId="{1B621699-043C-49E4-8FD3-7D251E3B4188}" type="pres">
      <dgm:prSet presAssocID="{6AA6C34F-B61B-4C80-826F-64024E9AF8CA}" presName="sibTrans" presStyleLbl="sibTrans1D1" presStyleIdx="4" presStyleCnt="6"/>
      <dgm:spPr/>
    </dgm:pt>
    <dgm:pt modelId="{7FE64E96-686C-45FE-88E5-58379BF6118D}" type="pres">
      <dgm:prSet presAssocID="{6AA6C34F-B61B-4C80-826F-64024E9AF8CA}" presName="connectorText" presStyleLbl="sibTrans1D1" presStyleIdx="4" presStyleCnt="6"/>
      <dgm:spPr/>
    </dgm:pt>
    <dgm:pt modelId="{B380EFF8-C526-45FF-8F0F-D180157EE675}" type="pres">
      <dgm:prSet presAssocID="{A331FC26-0447-4154-B6BD-23AAFF134954}" presName="node" presStyleLbl="node1" presStyleIdx="5" presStyleCnt="7">
        <dgm:presLayoutVars>
          <dgm:bulletEnabled val="1"/>
        </dgm:presLayoutVars>
      </dgm:prSet>
      <dgm:spPr/>
    </dgm:pt>
    <dgm:pt modelId="{3B37E9B5-32C1-4D3B-A737-29A0E1B3A2E5}" type="pres">
      <dgm:prSet presAssocID="{98DA8EDA-39ED-44F3-920F-E18D1C26D27E}" presName="sibTrans" presStyleLbl="sibTrans1D1" presStyleIdx="5" presStyleCnt="6"/>
      <dgm:spPr/>
    </dgm:pt>
    <dgm:pt modelId="{30E176D4-DA80-4B25-AA07-67984F279C52}" type="pres">
      <dgm:prSet presAssocID="{98DA8EDA-39ED-44F3-920F-E18D1C26D27E}" presName="connectorText" presStyleLbl="sibTrans1D1" presStyleIdx="5" presStyleCnt="6"/>
      <dgm:spPr/>
    </dgm:pt>
    <dgm:pt modelId="{A5124217-3A0E-44DF-A6B4-4066FD55BD01}" type="pres">
      <dgm:prSet presAssocID="{C7A923EE-7854-4A8D-AFDB-4A47B8CEC5C7}" presName="node" presStyleLbl="node1" presStyleIdx="6" presStyleCnt="7">
        <dgm:presLayoutVars>
          <dgm:bulletEnabled val="1"/>
        </dgm:presLayoutVars>
      </dgm:prSet>
      <dgm:spPr/>
    </dgm:pt>
  </dgm:ptLst>
  <dgm:cxnLst>
    <dgm:cxn modelId="{7F1E3A1F-56E8-421B-8D9F-B3A09538459F}" type="presOf" srcId="{52D94BA3-A610-4F30-A1DC-3A76EC48588C}" destId="{0A29D7C8-DFFC-4947-A342-A5177FCEB880}" srcOrd="1" destOrd="0" presId="urn:microsoft.com/office/officeart/2016/7/layout/RepeatingBendingProcessNew"/>
    <dgm:cxn modelId="{089D2822-9267-4D24-BB70-FF04CF715C53}" type="presOf" srcId="{0D628FF9-BD89-46A2-88E2-EFCB11048DCB}" destId="{329C77F6-2AE8-41C1-B1E3-1932267D89EC}" srcOrd="0" destOrd="0" presId="urn:microsoft.com/office/officeart/2016/7/layout/RepeatingBendingProcessNew"/>
    <dgm:cxn modelId="{73C4E732-62FC-4617-ACCE-7B3073F2159A}" type="presOf" srcId="{0FD8E4F2-F8A5-45E9-8B01-30FCCBC10C5D}" destId="{0073E057-9924-457F-BE24-F2B12A46896E}" srcOrd="0" destOrd="0" presId="urn:microsoft.com/office/officeart/2016/7/layout/RepeatingBendingProcessNew"/>
    <dgm:cxn modelId="{FC8A713B-2E11-47B7-81CD-4DFADD112BC0}" srcId="{F8D4CCAF-A2CE-4049-8686-F1FF251B7C22}" destId="{0BA2D866-F47B-46DA-936C-EFBE884E8D53}" srcOrd="2" destOrd="0" parTransId="{D16E3345-6092-44F4-BF2C-721F05DC99E0}" sibTransId="{F2B997D1-44E0-410D-A6CF-33A5432436F8}"/>
    <dgm:cxn modelId="{3C133762-292D-4ABC-84A9-0474EEF3196D}" srcId="{F8D4CCAF-A2CE-4049-8686-F1FF251B7C22}" destId="{A0DD3646-EBB0-487D-B8D6-69DDBECF8B04}" srcOrd="1" destOrd="0" parTransId="{5FD5D400-CE8D-437E-85EC-E1E287FC83C5}" sibTransId="{0D628FF9-BD89-46A2-88E2-EFCB11048DCB}"/>
    <dgm:cxn modelId="{CC863942-75FD-4165-9A11-071458087975}" type="presOf" srcId="{0D628FF9-BD89-46A2-88E2-EFCB11048DCB}" destId="{6AF1E25E-796F-483F-8E64-63E91096B07D}" srcOrd="1" destOrd="0" presId="urn:microsoft.com/office/officeart/2016/7/layout/RepeatingBendingProcessNew"/>
    <dgm:cxn modelId="{B793014F-062E-459C-BFA6-7E7FC5470967}" srcId="{F8D4CCAF-A2CE-4049-8686-F1FF251B7C22}" destId="{99486793-6580-45BA-A269-B03CA45C8C31}" srcOrd="0" destOrd="0" parTransId="{1F508209-D05F-4407-A7F8-4D7C9D4004F2}" sibTransId="{CAB24CDC-276B-4E91-8D9F-BBA4E37C0EBA}"/>
    <dgm:cxn modelId="{16B2866F-055D-4A40-A647-DB01AAE6687F}" type="presOf" srcId="{99486793-6580-45BA-A269-B03CA45C8C31}" destId="{DD9C4F75-3DBA-4AC2-BC21-36B5361C80E6}" srcOrd="0" destOrd="0" presId="urn:microsoft.com/office/officeart/2016/7/layout/RepeatingBendingProcessNew"/>
    <dgm:cxn modelId="{E93C2172-A556-4DA1-95DE-2BE213792D21}" type="presOf" srcId="{0BA2D866-F47B-46DA-936C-EFBE884E8D53}" destId="{0BEB6476-FB56-49F7-9EF4-D1DDBC96EB3E}" srcOrd="0" destOrd="0" presId="urn:microsoft.com/office/officeart/2016/7/layout/RepeatingBendingProcessNew"/>
    <dgm:cxn modelId="{13428F55-70CE-421B-A41E-34CBF8B8F507}" type="presOf" srcId="{6AA6C34F-B61B-4C80-826F-64024E9AF8CA}" destId="{1B621699-043C-49E4-8FD3-7D251E3B4188}" srcOrd="0" destOrd="0" presId="urn:microsoft.com/office/officeart/2016/7/layout/RepeatingBendingProcessNew"/>
    <dgm:cxn modelId="{9341AD76-04BA-4AF5-AEB4-20C850734FD6}" type="presOf" srcId="{98DA8EDA-39ED-44F3-920F-E18D1C26D27E}" destId="{3B37E9B5-32C1-4D3B-A737-29A0E1B3A2E5}" srcOrd="0" destOrd="0" presId="urn:microsoft.com/office/officeart/2016/7/layout/RepeatingBendingProcessNew"/>
    <dgm:cxn modelId="{3F0B1889-12A2-4AF9-B54B-C75A31B56605}" type="presOf" srcId="{F8D4CCAF-A2CE-4049-8686-F1FF251B7C22}" destId="{37504506-386F-4C51-BDCF-0D5220E7029E}" srcOrd="0" destOrd="0" presId="urn:microsoft.com/office/officeart/2016/7/layout/RepeatingBendingProcessNew"/>
    <dgm:cxn modelId="{954A9897-720A-4E63-A6B7-3340BF5A62E2}" srcId="{F8D4CCAF-A2CE-4049-8686-F1FF251B7C22}" destId="{8269A327-A014-4FA5-9FD9-189DA73C6576}" srcOrd="4" destOrd="0" parTransId="{E33E6632-0F80-46DE-AD5D-9A9CC1D0695D}" sibTransId="{6AA6C34F-B61B-4C80-826F-64024E9AF8CA}"/>
    <dgm:cxn modelId="{5A73B8B1-E016-4EA4-9A20-1D2DE09E20F8}" type="presOf" srcId="{CAB24CDC-276B-4E91-8D9F-BBA4E37C0EBA}" destId="{832550CE-0BAE-4A18-9054-5101397775A2}" srcOrd="1" destOrd="0" presId="urn:microsoft.com/office/officeart/2016/7/layout/RepeatingBendingProcessNew"/>
    <dgm:cxn modelId="{AA8D33B5-E3DB-46DE-90BF-8974D7811522}" type="presOf" srcId="{CAB24CDC-276B-4E91-8D9F-BBA4E37C0EBA}" destId="{2D295BF4-61B8-4094-9034-89E0BF0BC003}" srcOrd="0" destOrd="0" presId="urn:microsoft.com/office/officeart/2016/7/layout/RepeatingBendingProcessNew"/>
    <dgm:cxn modelId="{155E43C2-AF18-4CD1-895E-0429ACDEF14E}" type="presOf" srcId="{52D94BA3-A610-4F30-A1DC-3A76EC48588C}" destId="{2F629FCA-E01E-4632-966A-81C6A519BB75}" srcOrd="0" destOrd="0" presId="urn:microsoft.com/office/officeart/2016/7/layout/RepeatingBendingProcessNew"/>
    <dgm:cxn modelId="{847E21C3-B3ED-4831-BF5A-E12ED0DFB7C9}" srcId="{F8D4CCAF-A2CE-4049-8686-F1FF251B7C22}" destId="{A331FC26-0447-4154-B6BD-23AAFF134954}" srcOrd="5" destOrd="0" parTransId="{F01003A8-EC56-43B9-814D-BA95A1B65042}" sibTransId="{98DA8EDA-39ED-44F3-920F-E18D1C26D27E}"/>
    <dgm:cxn modelId="{9548FAC3-36A5-47B0-B330-1CD309A2B8EF}" srcId="{F8D4CCAF-A2CE-4049-8686-F1FF251B7C22}" destId="{0FD8E4F2-F8A5-45E9-8B01-30FCCBC10C5D}" srcOrd="3" destOrd="0" parTransId="{C68A9A4E-8F56-4500-8924-D9769B4C9DBD}" sibTransId="{52D94BA3-A610-4F30-A1DC-3A76EC48588C}"/>
    <dgm:cxn modelId="{818E96D0-291D-4692-B812-09AE2329173E}" type="presOf" srcId="{98DA8EDA-39ED-44F3-920F-E18D1C26D27E}" destId="{30E176D4-DA80-4B25-AA07-67984F279C52}" srcOrd="1" destOrd="0" presId="urn:microsoft.com/office/officeart/2016/7/layout/RepeatingBendingProcessNew"/>
    <dgm:cxn modelId="{894733DA-8EA6-4E8E-B9CF-3A29158E78FA}" srcId="{F8D4CCAF-A2CE-4049-8686-F1FF251B7C22}" destId="{C7A923EE-7854-4A8D-AFDB-4A47B8CEC5C7}" srcOrd="6" destOrd="0" parTransId="{539B64BB-6A9B-4F7F-A960-EC42AAE58315}" sibTransId="{35D55928-5E19-472E-85C1-CB9CAB6AF269}"/>
    <dgm:cxn modelId="{76906ADF-C6DF-408D-918D-21D5A2120A78}" type="presOf" srcId="{C7A923EE-7854-4A8D-AFDB-4A47B8CEC5C7}" destId="{A5124217-3A0E-44DF-A6B4-4066FD55BD01}" srcOrd="0" destOrd="0" presId="urn:microsoft.com/office/officeart/2016/7/layout/RepeatingBendingProcessNew"/>
    <dgm:cxn modelId="{DD3F10E4-7343-4546-9829-436A82B6E9E1}" type="presOf" srcId="{A331FC26-0447-4154-B6BD-23AAFF134954}" destId="{B380EFF8-C526-45FF-8F0F-D180157EE675}" srcOrd="0" destOrd="0" presId="urn:microsoft.com/office/officeart/2016/7/layout/RepeatingBendingProcessNew"/>
    <dgm:cxn modelId="{CB6EB3ED-F6E6-45B6-A612-2F626E3287B0}" type="presOf" srcId="{F2B997D1-44E0-410D-A6CF-33A5432436F8}" destId="{A89DBC0F-BBDA-4852-9622-071DA1EA2FC9}" srcOrd="1" destOrd="0" presId="urn:microsoft.com/office/officeart/2016/7/layout/RepeatingBendingProcessNew"/>
    <dgm:cxn modelId="{E6FF51F1-A188-4208-B7E2-ACD827DFD532}" type="presOf" srcId="{A0DD3646-EBB0-487D-B8D6-69DDBECF8B04}" destId="{D45F4B0A-4BCB-40DC-81A5-7F80C0B037D7}" srcOrd="0" destOrd="0" presId="urn:microsoft.com/office/officeart/2016/7/layout/RepeatingBendingProcessNew"/>
    <dgm:cxn modelId="{7B6948F3-711A-47E9-969D-E04CDBEFFE24}" type="presOf" srcId="{F2B997D1-44E0-410D-A6CF-33A5432436F8}" destId="{6854D28C-1FA3-407C-A048-864880A87464}" srcOrd="0" destOrd="0" presId="urn:microsoft.com/office/officeart/2016/7/layout/RepeatingBendingProcessNew"/>
    <dgm:cxn modelId="{A475CEFC-1D0A-4F1C-A26C-0CD86F4C3F92}" type="presOf" srcId="{6AA6C34F-B61B-4C80-826F-64024E9AF8CA}" destId="{7FE64E96-686C-45FE-88E5-58379BF6118D}" srcOrd="1" destOrd="0" presId="urn:microsoft.com/office/officeart/2016/7/layout/RepeatingBendingProcessNew"/>
    <dgm:cxn modelId="{22F5DAFC-B709-47CA-82C1-AF8ACF2EE8D5}" type="presOf" srcId="{8269A327-A014-4FA5-9FD9-189DA73C6576}" destId="{C8345F27-248D-4787-B096-ABAD0B926A3C}" srcOrd="0" destOrd="0" presId="urn:microsoft.com/office/officeart/2016/7/layout/RepeatingBendingProcessNew"/>
    <dgm:cxn modelId="{2ADD087B-35E0-4B6B-BB8B-7CBBA7692876}" type="presParOf" srcId="{37504506-386F-4C51-BDCF-0D5220E7029E}" destId="{DD9C4F75-3DBA-4AC2-BC21-36B5361C80E6}" srcOrd="0" destOrd="0" presId="urn:microsoft.com/office/officeart/2016/7/layout/RepeatingBendingProcessNew"/>
    <dgm:cxn modelId="{9A968C98-9829-45ED-B7FF-0AE63D48559A}" type="presParOf" srcId="{37504506-386F-4C51-BDCF-0D5220E7029E}" destId="{2D295BF4-61B8-4094-9034-89E0BF0BC003}" srcOrd="1" destOrd="0" presId="urn:microsoft.com/office/officeart/2016/7/layout/RepeatingBendingProcessNew"/>
    <dgm:cxn modelId="{B5B9BC2E-F072-470A-AA1D-403FC235E3D6}" type="presParOf" srcId="{2D295BF4-61B8-4094-9034-89E0BF0BC003}" destId="{832550CE-0BAE-4A18-9054-5101397775A2}" srcOrd="0" destOrd="0" presId="urn:microsoft.com/office/officeart/2016/7/layout/RepeatingBendingProcessNew"/>
    <dgm:cxn modelId="{863649C9-7380-43D5-A1B3-5FC710EEB7BE}" type="presParOf" srcId="{37504506-386F-4C51-BDCF-0D5220E7029E}" destId="{D45F4B0A-4BCB-40DC-81A5-7F80C0B037D7}" srcOrd="2" destOrd="0" presId="urn:microsoft.com/office/officeart/2016/7/layout/RepeatingBendingProcessNew"/>
    <dgm:cxn modelId="{706A0474-6C76-4E6C-839C-467E2EFA99EB}" type="presParOf" srcId="{37504506-386F-4C51-BDCF-0D5220E7029E}" destId="{329C77F6-2AE8-41C1-B1E3-1932267D89EC}" srcOrd="3" destOrd="0" presId="urn:microsoft.com/office/officeart/2016/7/layout/RepeatingBendingProcessNew"/>
    <dgm:cxn modelId="{0973BBC1-7B88-4064-A85B-710FD3483623}" type="presParOf" srcId="{329C77F6-2AE8-41C1-B1E3-1932267D89EC}" destId="{6AF1E25E-796F-483F-8E64-63E91096B07D}" srcOrd="0" destOrd="0" presId="urn:microsoft.com/office/officeart/2016/7/layout/RepeatingBendingProcessNew"/>
    <dgm:cxn modelId="{67F38BF4-F171-413F-BA76-0A93A24F3136}" type="presParOf" srcId="{37504506-386F-4C51-BDCF-0D5220E7029E}" destId="{0BEB6476-FB56-49F7-9EF4-D1DDBC96EB3E}" srcOrd="4" destOrd="0" presId="urn:microsoft.com/office/officeart/2016/7/layout/RepeatingBendingProcessNew"/>
    <dgm:cxn modelId="{68D0A33A-C488-4C40-8607-F98DAD41110C}" type="presParOf" srcId="{37504506-386F-4C51-BDCF-0D5220E7029E}" destId="{6854D28C-1FA3-407C-A048-864880A87464}" srcOrd="5" destOrd="0" presId="urn:microsoft.com/office/officeart/2016/7/layout/RepeatingBendingProcessNew"/>
    <dgm:cxn modelId="{DB5D8EEA-AF34-46AC-A2F6-7C5AD51323FE}" type="presParOf" srcId="{6854D28C-1FA3-407C-A048-864880A87464}" destId="{A89DBC0F-BBDA-4852-9622-071DA1EA2FC9}" srcOrd="0" destOrd="0" presId="urn:microsoft.com/office/officeart/2016/7/layout/RepeatingBendingProcessNew"/>
    <dgm:cxn modelId="{8B27D494-5B2F-4767-9891-6E40A9845C94}" type="presParOf" srcId="{37504506-386F-4C51-BDCF-0D5220E7029E}" destId="{0073E057-9924-457F-BE24-F2B12A46896E}" srcOrd="6" destOrd="0" presId="urn:microsoft.com/office/officeart/2016/7/layout/RepeatingBendingProcessNew"/>
    <dgm:cxn modelId="{0641CC24-AD00-4886-9355-1D6A99D05D24}" type="presParOf" srcId="{37504506-386F-4C51-BDCF-0D5220E7029E}" destId="{2F629FCA-E01E-4632-966A-81C6A519BB75}" srcOrd="7" destOrd="0" presId="urn:microsoft.com/office/officeart/2016/7/layout/RepeatingBendingProcessNew"/>
    <dgm:cxn modelId="{10EDDD27-4B3D-4BD6-BF9D-18C7F7F43288}" type="presParOf" srcId="{2F629FCA-E01E-4632-966A-81C6A519BB75}" destId="{0A29D7C8-DFFC-4947-A342-A5177FCEB880}" srcOrd="0" destOrd="0" presId="urn:microsoft.com/office/officeart/2016/7/layout/RepeatingBendingProcessNew"/>
    <dgm:cxn modelId="{F1AB7E1F-199C-4A07-A6D1-13E9F1A4DE61}" type="presParOf" srcId="{37504506-386F-4C51-BDCF-0D5220E7029E}" destId="{C8345F27-248D-4787-B096-ABAD0B926A3C}" srcOrd="8" destOrd="0" presId="urn:microsoft.com/office/officeart/2016/7/layout/RepeatingBendingProcessNew"/>
    <dgm:cxn modelId="{3AB460BD-A2C1-4E7D-B4A8-089FFDFD2B5A}" type="presParOf" srcId="{37504506-386F-4C51-BDCF-0D5220E7029E}" destId="{1B621699-043C-49E4-8FD3-7D251E3B4188}" srcOrd="9" destOrd="0" presId="urn:microsoft.com/office/officeart/2016/7/layout/RepeatingBendingProcessNew"/>
    <dgm:cxn modelId="{CBC80AE9-37CE-4D81-AA72-28EEB2398C42}" type="presParOf" srcId="{1B621699-043C-49E4-8FD3-7D251E3B4188}" destId="{7FE64E96-686C-45FE-88E5-58379BF6118D}" srcOrd="0" destOrd="0" presId="urn:microsoft.com/office/officeart/2016/7/layout/RepeatingBendingProcessNew"/>
    <dgm:cxn modelId="{CECB4A09-6FB3-4E17-B9B5-4BFB876668EA}" type="presParOf" srcId="{37504506-386F-4C51-BDCF-0D5220E7029E}" destId="{B380EFF8-C526-45FF-8F0F-D180157EE675}" srcOrd="10" destOrd="0" presId="urn:microsoft.com/office/officeart/2016/7/layout/RepeatingBendingProcessNew"/>
    <dgm:cxn modelId="{8E627AC4-5307-4745-A043-B0B3E5BC4D95}" type="presParOf" srcId="{37504506-386F-4C51-BDCF-0D5220E7029E}" destId="{3B37E9B5-32C1-4D3B-A737-29A0E1B3A2E5}" srcOrd="11" destOrd="0" presId="urn:microsoft.com/office/officeart/2016/7/layout/RepeatingBendingProcessNew"/>
    <dgm:cxn modelId="{A8B9ADD5-1D9B-4033-8700-C923138ABEB3}" type="presParOf" srcId="{3B37E9B5-32C1-4D3B-A737-29A0E1B3A2E5}" destId="{30E176D4-DA80-4B25-AA07-67984F279C52}" srcOrd="0" destOrd="0" presId="urn:microsoft.com/office/officeart/2016/7/layout/RepeatingBendingProcessNew"/>
    <dgm:cxn modelId="{59652436-F43E-4ADD-B937-9ABD9E842790}" type="presParOf" srcId="{37504506-386F-4C51-BDCF-0D5220E7029E}" destId="{A5124217-3A0E-44DF-A6B4-4066FD55BD01}" srcOrd="12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0043DF15-5B6B-4160-BFD6-392169E35D27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6BE4FC48-5513-4C39-AB35-2788A73E020D}">
      <dgm:prSet/>
      <dgm:spPr/>
      <dgm:t>
        <a:bodyPr/>
        <a:lstStyle/>
        <a:p>
          <a:pPr>
            <a:defRPr b="1"/>
          </a:pPr>
          <a:r>
            <a:rPr lang="en-US" b="1" i="0"/>
            <a:t>Navigating Filesystem</a:t>
          </a:r>
          <a:endParaRPr lang="en-US"/>
        </a:p>
      </dgm:t>
    </dgm:pt>
    <dgm:pt modelId="{3A03FE10-651C-4F2A-A876-EC658DA4646D}" type="parTrans" cxnId="{B5F0AD11-884F-4996-A8DA-1EB937B5CAF0}">
      <dgm:prSet/>
      <dgm:spPr/>
      <dgm:t>
        <a:bodyPr/>
        <a:lstStyle/>
        <a:p>
          <a:endParaRPr lang="en-US"/>
        </a:p>
      </dgm:t>
    </dgm:pt>
    <dgm:pt modelId="{1F2DEF94-A1BE-4EC6-BD01-3E3648ECD447}" type="sibTrans" cxnId="{B5F0AD11-884F-4996-A8DA-1EB937B5CAF0}">
      <dgm:prSet/>
      <dgm:spPr/>
      <dgm:t>
        <a:bodyPr/>
        <a:lstStyle/>
        <a:p>
          <a:endParaRPr lang="en-US"/>
        </a:p>
      </dgm:t>
    </dgm:pt>
    <dgm:pt modelId="{03997B48-4F34-4B8A-82B5-0376732ADA6E}">
      <dgm:prSet/>
      <dgm:spPr/>
      <dgm:t>
        <a:bodyPr/>
        <a:lstStyle/>
        <a:p>
          <a:r>
            <a:rPr lang="en-US" b="0" i="0"/>
            <a:t>- ls - List files</a:t>
          </a:r>
          <a:endParaRPr lang="en-US"/>
        </a:p>
      </dgm:t>
    </dgm:pt>
    <dgm:pt modelId="{2A376830-4167-4795-9B01-B15330587F75}" type="parTrans" cxnId="{7EE2FF3F-B258-4099-88B9-020E08B6FF50}">
      <dgm:prSet/>
      <dgm:spPr/>
      <dgm:t>
        <a:bodyPr/>
        <a:lstStyle/>
        <a:p>
          <a:endParaRPr lang="en-US"/>
        </a:p>
      </dgm:t>
    </dgm:pt>
    <dgm:pt modelId="{E3B1B1ED-5A1B-40C1-B4C9-1DF072262401}" type="sibTrans" cxnId="{7EE2FF3F-B258-4099-88B9-020E08B6FF50}">
      <dgm:prSet/>
      <dgm:spPr/>
      <dgm:t>
        <a:bodyPr/>
        <a:lstStyle/>
        <a:p>
          <a:endParaRPr lang="en-US"/>
        </a:p>
      </dgm:t>
    </dgm:pt>
    <dgm:pt modelId="{B040888D-A3BE-4342-8C98-651EA96B48D3}">
      <dgm:prSet/>
      <dgm:spPr/>
      <dgm:t>
        <a:bodyPr/>
        <a:lstStyle/>
        <a:p>
          <a:r>
            <a:rPr lang="en-US" b="0" i="0"/>
            <a:t>- pwd - Show current directory</a:t>
          </a:r>
          <a:endParaRPr lang="en-US"/>
        </a:p>
      </dgm:t>
    </dgm:pt>
    <dgm:pt modelId="{0CB536EE-EB97-4154-A0E3-3A06C71B3367}" type="parTrans" cxnId="{763F1818-F07D-43B3-9FB9-F0FB4D6F9A2A}">
      <dgm:prSet/>
      <dgm:spPr/>
      <dgm:t>
        <a:bodyPr/>
        <a:lstStyle/>
        <a:p>
          <a:endParaRPr lang="en-US"/>
        </a:p>
      </dgm:t>
    </dgm:pt>
    <dgm:pt modelId="{AE98BE9A-0E69-432C-A212-B6DD7816BF1D}" type="sibTrans" cxnId="{763F1818-F07D-43B3-9FB9-F0FB4D6F9A2A}">
      <dgm:prSet/>
      <dgm:spPr/>
      <dgm:t>
        <a:bodyPr/>
        <a:lstStyle/>
        <a:p>
          <a:endParaRPr lang="en-US"/>
        </a:p>
      </dgm:t>
    </dgm:pt>
    <dgm:pt modelId="{7BEBE4B6-732A-4AC9-A1F9-6E2D9D9D7018}">
      <dgm:prSet/>
      <dgm:spPr/>
      <dgm:t>
        <a:bodyPr/>
        <a:lstStyle/>
        <a:p>
          <a:r>
            <a:rPr lang="en-US" b="0" i="0"/>
            <a:t>- cd - Change directory</a:t>
          </a:r>
          <a:endParaRPr lang="en-US"/>
        </a:p>
      </dgm:t>
    </dgm:pt>
    <dgm:pt modelId="{4E13B075-AFF3-405E-9041-9E1C0AC0A1D5}" type="parTrans" cxnId="{068529F5-7B2A-4285-9BC4-7AE26F829627}">
      <dgm:prSet/>
      <dgm:spPr/>
      <dgm:t>
        <a:bodyPr/>
        <a:lstStyle/>
        <a:p>
          <a:endParaRPr lang="en-US"/>
        </a:p>
      </dgm:t>
    </dgm:pt>
    <dgm:pt modelId="{F700487E-3D28-4DC6-9405-B03F7CC63F41}" type="sibTrans" cxnId="{068529F5-7B2A-4285-9BC4-7AE26F829627}">
      <dgm:prSet/>
      <dgm:spPr/>
      <dgm:t>
        <a:bodyPr/>
        <a:lstStyle/>
        <a:p>
          <a:endParaRPr lang="en-US"/>
        </a:p>
      </dgm:t>
    </dgm:pt>
    <dgm:pt modelId="{4614292E-0A78-4606-AE0C-7680CB8DF573}">
      <dgm:prSet/>
      <dgm:spPr/>
      <dgm:t>
        <a:bodyPr/>
        <a:lstStyle/>
        <a:p>
          <a:pPr>
            <a:defRPr b="1"/>
          </a:pPr>
          <a:r>
            <a:rPr lang="en-US" b="1" i="0"/>
            <a:t>File Operations</a:t>
          </a:r>
          <a:endParaRPr lang="en-US"/>
        </a:p>
      </dgm:t>
    </dgm:pt>
    <dgm:pt modelId="{1AD55426-C265-4CCD-9A75-0E6685E3FD43}" type="parTrans" cxnId="{946C459E-37E8-48BF-8627-F650C9AAFFC7}">
      <dgm:prSet/>
      <dgm:spPr/>
      <dgm:t>
        <a:bodyPr/>
        <a:lstStyle/>
        <a:p>
          <a:endParaRPr lang="en-US"/>
        </a:p>
      </dgm:t>
    </dgm:pt>
    <dgm:pt modelId="{6B369E5E-648A-4273-9296-405BE625F40F}" type="sibTrans" cxnId="{946C459E-37E8-48BF-8627-F650C9AAFFC7}">
      <dgm:prSet/>
      <dgm:spPr/>
      <dgm:t>
        <a:bodyPr/>
        <a:lstStyle/>
        <a:p>
          <a:endParaRPr lang="en-US"/>
        </a:p>
      </dgm:t>
    </dgm:pt>
    <dgm:pt modelId="{3772DBA1-9743-42C5-BA4D-F90056F76639}">
      <dgm:prSet/>
      <dgm:spPr/>
      <dgm:t>
        <a:bodyPr/>
        <a:lstStyle/>
        <a:p>
          <a:r>
            <a:rPr lang="en-US" b="0" i="0"/>
            <a:t>- cp - Copy files</a:t>
          </a:r>
          <a:endParaRPr lang="en-US"/>
        </a:p>
      </dgm:t>
    </dgm:pt>
    <dgm:pt modelId="{6107F24A-1927-4360-B608-7D8FA9F71088}" type="parTrans" cxnId="{A85B1C91-76EA-40E9-8C4E-186E646D5712}">
      <dgm:prSet/>
      <dgm:spPr/>
      <dgm:t>
        <a:bodyPr/>
        <a:lstStyle/>
        <a:p>
          <a:endParaRPr lang="en-US"/>
        </a:p>
      </dgm:t>
    </dgm:pt>
    <dgm:pt modelId="{0A750798-86D5-4FA0-86BD-F1406A10C3D8}" type="sibTrans" cxnId="{A85B1C91-76EA-40E9-8C4E-186E646D5712}">
      <dgm:prSet/>
      <dgm:spPr/>
      <dgm:t>
        <a:bodyPr/>
        <a:lstStyle/>
        <a:p>
          <a:endParaRPr lang="en-US"/>
        </a:p>
      </dgm:t>
    </dgm:pt>
    <dgm:pt modelId="{7CEB9FC0-66A3-4AE7-AA76-29F5E7EB558B}">
      <dgm:prSet/>
      <dgm:spPr/>
      <dgm:t>
        <a:bodyPr/>
        <a:lstStyle/>
        <a:p>
          <a:r>
            <a:rPr lang="en-US" b="0" i="0"/>
            <a:t>- mv - Move/rename files</a:t>
          </a:r>
          <a:endParaRPr lang="en-US"/>
        </a:p>
      </dgm:t>
    </dgm:pt>
    <dgm:pt modelId="{09F80339-9680-4A1B-8B06-D76A41B757A9}" type="parTrans" cxnId="{F2E8D2E2-4812-4A27-80D7-0897367BD409}">
      <dgm:prSet/>
      <dgm:spPr/>
      <dgm:t>
        <a:bodyPr/>
        <a:lstStyle/>
        <a:p>
          <a:endParaRPr lang="en-US"/>
        </a:p>
      </dgm:t>
    </dgm:pt>
    <dgm:pt modelId="{ED9BADBE-E2C0-499D-B2B0-81E096CFEBA7}" type="sibTrans" cxnId="{F2E8D2E2-4812-4A27-80D7-0897367BD409}">
      <dgm:prSet/>
      <dgm:spPr/>
      <dgm:t>
        <a:bodyPr/>
        <a:lstStyle/>
        <a:p>
          <a:endParaRPr lang="en-US"/>
        </a:p>
      </dgm:t>
    </dgm:pt>
    <dgm:pt modelId="{7DD11202-F8FA-4393-A67B-8915B98B634B}">
      <dgm:prSet/>
      <dgm:spPr/>
      <dgm:t>
        <a:bodyPr/>
        <a:lstStyle/>
        <a:p>
          <a:r>
            <a:rPr lang="en-US" b="0" i="0"/>
            <a:t>- rm - Remove files</a:t>
          </a:r>
          <a:endParaRPr lang="en-US"/>
        </a:p>
      </dgm:t>
    </dgm:pt>
    <dgm:pt modelId="{29044FE8-4FA0-4773-8438-E5430F646A15}" type="parTrans" cxnId="{D24CBC45-E125-4D74-8FBC-0B6E1CC60A1A}">
      <dgm:prSet/>
      <dgm:spPr/>
      <dgm:t>
        <a:bodyPr/>
        <a:lstStyle/>
        <a:p>
          <a:endParaRPr lang="en-US"/>
        </a:p>
      </dgm:t>
    </dgm:pt>
    <dgm:pt modelId="{E270B62C-D7B0-4EDE-9169-E316EB39C006}" type="sibTrans" cxnId="{D24CBC45-E125-4D74-8FBC-0B6E1CC60A1A}">
      <dgm:prSet/>
      <dgm:spPr/>
      <dgm:t>
        <a:bodyPr/>
        <a:lstStyle/>
        <a:p>
          <a:endParaRPr lang="en-US"/>
        </a:p>
      </dgm:t>
    </dgm:pt>
    <dgm:pt modelId="{E1F7FBDD-4397-4DB4-88B8-12246B0DF2BE}">
      <dgm:prSet/>
      <dgm:spPr/>
      <dgm:t>
        <a:bodyPr/>
        <a:lstStyle/>
        <a:p>
          <a:r>
            <a:rPr lang="en-US" b="0" i="0"/>
            <a:t>- touch - Create empty files</a:t>
          </a:r>
          <a:endParaRPr lang="en-US"/>
        </a:p>
      </dgm:t>
    </dgm:pt>
    <dgm:pt modelId="{25F32BA7-776B-4BE9-8082-63DE90748A3F}" type="parTrans" cxnId="{C7D8505B-3C5B-4001-9F25-C232CFAD3A15}">
      <dgm:prSet/>
      <dgm:spPr/>
      <dgm:t>
        <a:bodyPr/>
        <a:lstStyle/>
        <a:p>
          <a:endParaRPr lang="en-US"/>
        </a:p>
      </dgm:t>
    </dgm:pt>
    <dgm:pt modelId="{1B81D812-76B3-42ED-BFF3-2497A6EFBE9E}" type="sibTrans" cxnId="{C7D8505B-3C5B-4001-9F25-C232CFAD3A15}">
      <dgm:prSet/>
      <dgm:spPr/>
      <dgm:t>
        <a:bodyPr/>
        <a:lstStyle/>
        <a:p>
          <a:endParaRPr lang="en-US"/>
        </a:p>
      </dgm:t>
    </dgm:pt>
    <dgm:pt modelId="{61CA37B3-06CB-427E-AFFE-4E8C46C44B76}">
      <dgm:prSet/>
      <dgm:spPr/>
      <dgm:t>
        <a:bodyPr/>
        <a:lstStyle/>
        <a:p>
          <a:pPr>
            <a:defRPr b="1"/>
          </a:pPr>
          <a:r>
            <a:rPr lang="en-US" b="1" i="0"/>
            <a:t>Viewing Files</a:t>
          </a:r>
          <a:endParaRPr lang="en-US"/>
        </a:p>
      </dgm:t>
    </dgm:pt>
    <dgm:pt modelId="{857E83DF-4C14-4222-B02D-2CB7695AC4A0}" type="parTrans" cxnId="{66CE193E-1E53-4CA6-BD2A-A9AB100CB74A}">
      <dgm:prSet/>
      <dgm:spPr/>
      <dgm:t>
        <a:bodyPr/>
        <a:lstStyle/>
        <a:p>
          <a:endParaRPr lang="en-US"/>
        </a:p>
      </dgm:t>
    </dgm:pt>
    <dgm:pt modelId="{AD7FC37F-B481-42F8-8E59-C423EE280EF2}" type="sibTrans" cxnId="{66CE193E-1E53-4CA6-BD2A-A9AB100CB74A}">
      <dgm:prSet/>
      <dgm:spPr/>
      <dgm:t>
        <a:bodyPr/>
        <a:lstStyle/>
        <a:p>
          <a:endParaRPr lang="en-US"/>
        </a:p>
      </dgm:t>
    </dgm:pt>
    <dgm:pt modelId="{08214341-4F1D-4B97-9E5F-F59CACBF356A}">
      <dgm:prSet/>
      <dgm:spPr/>
      <dgm:t>
        <a:bodyPr/>
        <a:lstStyle/>
        <a:p>
          <a:r>
            <a:rPr lang="en-US" b="0" i="0"/>
            <a:t>- cat - View file contents</a:t>
          </a:r>
          <a:endParaRPr lang="en-US"/>
        </a:p>
      </dgm:t>
    </dgm:pt>
    <dgm:pt modelId="{516E35D6-B3C0-482A-BBF0-0934F41CECC9}" type="parTrans" cxnId="{753C928D-78D5-4699-B663-818550310C40}">
      <dgm:prSet/>
      <dgm:spPr/>
      <dgm:t>
        <a:bodyPr/>
        <a:lstStyle/>
        <a:p>
          <a:endParaRPr lang="en-US"/>
        </a:p>
      </dgm:t>
    </dgm:pt>
    <dgm:pt modelId="{B0BB1BF7-10DA-4CE1-A7D3-0B2C7B635131}" type="sibTrans" cxnId="{753C928D-78D5-4699-B663-818550310C40}">
      <dgm:prSet/>
      <dgm:spPr/>
      <dgm:t>
        <a:bodyPr/>
        <a:lstStyle/>
        <a:p>
          <a:endParaRPr lang="en-US"/>
        </a:p>
      </dgm:t>
    </dgm:pt>
    <dgm:pt modelId="{9050475E-E7C8-48F9-A757-6A36605C1F48}">
      <dgm:prSet/>
      <dgm:spPr/>
      <dgm:t>
        <a:bodyPr/>
        <a:lstStyle/>
        <a:p>
          <a:r>
            <a:rPr lang="en-US" b="0" i="0"/>
            <a:t>- less/more - Read files page by page</a:t>
          </a:r>
          <a:endParaRPr lang="en-US"/>
        </a:p>
      </dgm:t>
    </dgm:pt>
    <dgm:pt modelId="{BD7B087B-13AF-4876-B85F-6EFEEEB203C2}" type="parTrans" cxnId="{6A8A5D58-ED8B-4F91-B2EC-184399D81616}">
      <dgm:prSet/>
      <dgm:spPr/>
      <dgm:t>
        <a:bodyPr/>
        <a:lstStyle/>
        <a:p>
          <a:endParaRPr lang="en-US"/>
        </a:p>
      </dgm:t>
    </dgm:pt>
    <dgm:pt modelId="{0D9E4D84-D967-4E40-9635-6E33B7D96EF6}" type="sibTrans" cxnId="{6A8A5D58-ED8B-4F91-B2EC-184399D81616}">
      <dgm:prSet/>
      <dgm:spPr/>
      <dgm:t>
        <a:bodyPr/>
        <a:lstStyle/>
        <a:p>
          <a:endParaRPr lang="en-US"/>
        </a:p>
      </dgm:t>
    </dgm:pt>
    <dgm:pt modelId="{381E3513-3064-40EF-B4D0-E459AE361399}">
      <dgm:prSet/>
      <dgm:spPr/>
      <dgm:t>
        <a:bodyPr/>
        <a:lstStyle/>
        <a:p>
          <a:r>
            <a:rPr lang="en-US" b="0" i="0"/>
            <a:t>- head/tail - Show first/last lines</a:t>
          </a:r>
          <a:endParaRPr lang="en-US"/>
        </a:p>
      </dgm:t>
    </dgm:pt>
    <dgm:pt modelId="{7A8BE309-BCBF-4565-9788-A7C1687A88D8}" type="parTrans" cxnId="{E59B9188-5928-460C-B9F9-19867CF16044}">
      <dgm:prSet/>
      <dgm:spPr/>
      <dgm:t>
        <a:bodyPr/>
        <a:lstStyle/>
        <a:p>
          <a:endParaRPr lang="en-US"/>
        </a:p>
      </dgm:t>
    </dgm:pt>
    <dgm:pt modelId="{C27880B6-4B72-483D-921E-E2264F45AA28}" type="sibTrans" cxnId="{E59B9188-5928-460C-B9F9-19867CF16044}">
      <dgm:prSet/>
      <dgm:spPr/>
      <dgm:t>
        <a:bodyPr/>
        <a:lstStyle/>
        <a:p>
          <a:endParaRPr lang="en-US"/>
        </a:p>
      </dgm:t>
    </dgm:pt>
    <dgm:pt modelId="{8B548D4C-56A4-4F2A-BF84-ED8DD7AAA64F}">
      <dgm:prSet/>
      <dgm:spPr/>
      <dgm:t>
        <a:bodyPr/>
        <a:lstStyle/>
        <a:p>
          <a:pPr>
            <a:defRPr b="1"/>
          </a:pPr>
          <a:r>
            <a:rPr lang="en-US" b="1" i="0"/>
            <a:t>File Permissions &amp; Ownership</a:t>
          </a:r>
          <a:endParaRPr lang="en-US"/>
        </a:p>
      </dgm:t>
    </dgm:pt>
    <dgm:pt modelId="{1CBCF11B-1A60-48C1-8AC3-81FA1BD5CA83}" type="parTrans" cxnId="{90B631CA-B858-4869-9EDA-4B497F964838}">
      <dgm:prSet/>
      <dgm:spPr/>
      <dgm:t>
        <a:bodyPr/>
        <a:lstStyle/>
        <a:p>
          <a:endParaRPr lang="en-US"/>
        </a:p>
      </dgm:t>
    </dgm:pt>
    <dgm:pt modelId="{EE4AD479-E5E4-442F-AAF4-16B200EA16E8}" type="sibTrans" cxnId="{90B631CA-B858-4869-9EDA-4B497F964838}">
      <dgm:prSet/>
      <dgm:spPr/>
      <dgm:t>
        <a:bodyPr/>
        <a:lstStyle/>
        <a:p>
          <a:endParaRPr lang="en-US"/>
        </a:p>
      </dgm:t>
    </dgm:pt>
    <dgm:pt modelId="{4176C5E7-3A00-4FF7-B3CA-C8281EB76D6D}">
      <dgm:prSet/>
      <dgm:spPr/>
      <dgm:t>
        <a:bodyPr/>
        <a:lstStyle/>
        <a:p>
          <a:r>
            <a:rPr lang="en-US" b="0" i="0"/>
            <a:t>- ls -l - Show permissions</a:t>
          </a:r>
          <a:endParaRPr lang="en-US"/>
        </a:p>
      </dgm:t>
    </dgm:pt>
    <dgm:pt modelId="{E641AB17-4926-4120-A210-00B0AE0E2E77}" type="parTrans" cxnId="{7DBBFD33-933D-40E1-8A76-C7F98242C558}">
      <dgm:prSet/>
      <dgm:spPr/>
      <dgm:t>
        <a:bodyPr/>
        <a:lstStyle/>
        <a:p>
          <a:endParaRPr lang="en-US"/>
        </a:p>
      </dgm:t>
    </dgm:pt>
    <dgm:pt modelId="{7C4B00A9-D51D-42D3-AC0E-21A6AD16D1FB}" type="sibTrans" cxnId="{7DBBFD33-933D-40E1-8A76-C7F98242C558}">
      <dgm:prSet/>
      <dgm:spPr/>
      <dgm:t>
        <a:bodyPr/>
        <a:lstStyle/>
        <a:p>
          <a:endParaRPr lang="en-US"/>
        </a:p>
      </dgm:t>
    </dgm:pt>
    <dgm:pt modelId="{E50EBA53-0C2E-41F5-A89E-0630381F4776}">
      <dgm:prSet/>
      <dgm:spPr/>
      <dgm:t>
        <a:bodyPr/>
        <a:lstStyle/>
        <a:p>
          <a:r>
            <a:rPr lang="en-US" b="0" i="0"/>
            <a:t>- chmod - Change permissions</a:t>
          </a:r>
          <a:endParaRPr lang="en-US"/>
        </a:p>
      </dgm:t>
    </dgm:pt>
    <dgm:pt modelId="{0612A394-6ADF-45B0-88FA-702D21AE5DD6}" type="parTrans" cxnId="{5D19E6E9-77F7-477F-944E-600F33F11A38}">
      <dgm:prSet/>
      <dgm:spPr/>
      <dgm:t>
        <a:bodyPr/>
        <a:lstStyle/>
        <a:p>
          <a:endParaRPr lang="en-US"/>
        </a:p>
      </dgm:t>
    </dgm:pt>
    <dgm:pt modelId="{5273237E-FD41-4FE1-8E66-05581F7D3D58}" type="sibTrans" cxnId="{5D19E6E9-77F7-477F-944E-600F33F11A38}">
      <dgm:prSet/>
      <dgm:spPr/>
      <dgm:t>
        <a:bodyPr/>
        <a:lstStyle/>
        <a:p>
          <a:endParaRPr lang="en-US"/>
        </a:p>
      </dgm:t>
    </dgm:pt>
    <dgm:pt modelId="{ED3568CE-61E5-4CA4-BF24-12A7F8B59FD7}">
      <dgm:prSet/>
      <dgm:spPr/>
      <dgm:t>
        <a:bodyPr/>
        <a:lstStyle/>
        <a:p>
          <a:r>
            <a:rPr lang="en-US" b="0" i="0"/>
            <a:t>- chown - Change file owner</a:t>
          </a:r>
          <a:endParaRPr lang="en-US"/>
        </a:p>
      </dgm:t>
    </dgm:pt>
    <dgm:pt modelId="{2372782F-627C-4A44-8265-7062F73E9B64}" type="parTrans" cxnId="{6E40E7F3-6663-4A62-934A-5194EC27B423}">
      <dgm:prSet/>
      <dgm:spPr/>
      <dgm:t>
        <a:bodyPr/>
        <a:lstStyle/>
        <a:p>
          <a:endParaRPr lang="en-US"/>
        </a:p>
      </dgm:t>
    </dgm:pt>
    <dgm:pt modelId="{A6699078-E1C1-4186-9478-C24E2325516A}" type="sibTrans" cxnId="{6E40E7F3-6663-4A62-934A-5194EC27B423}">
      <dgm:prSet/>
      <dgm:spPr/>
      <dgm:t>
        <a:bodyPr/>
        <a:lstStyle/>
        <a:p>
          <a:endParaRPr lang="en-US"/>
        </a:p>
      </dgm:t>
    </dgm:pt>
    <dgm:pt modelId="{CBD93FA8-2AF2-42C6-B78A-50AC23C32E0E}">
      <dgm:prSet/>
      <dgm:spPr/>
      <dgm:t>
        <a:bodyPr/>
        <a:lstStyle/>
        <a:p>
          <a:r>
            <a:rPr lang="en-US" b="0" i="0"/>
            <a:t>- chgrp - Change group ownership</a:t>
          </a:r>
          <a:endParaRPr lang="en-US"/>
        </a:p>
      </dgm:t>
    </dgm:pt>
    <dgm:pt modelId="{501895BC-383E-4EA7-9A39-12E2F9E1DE03}" type="parTrans" cxnId="{EBBD9869-47CA-4BFB-A2C9-BFB9D6213B3B}">
      <dgm:prSet/>
      <dgm:spPr/>
      <dgm:t>
        <a:bodyPr/>
        <a:lstStyle/>
        <a:p>
          <a:endParaRPr lang="en-US"/>
        </a:p>
      </dgm:t>
    </dgm:pt>
    <dgm:pt modelId="{F2AFB8B4-3C89-45E1-83AA-77D73257D874}" type="sibTrans" cxnId="{EBBD9869-47CA-4BFB-A2C9-BFB9D6213B3B}">
      <dgm:prSet/>
      <dgm:spPr/>
      <dgm:t>
        <a:bodyPr/>
        <a:lstStyle/>
        <a:p>
          <a:endParaRPr lang="en-US"/>
        </a:p>
      </dgm:t>
    </dgm:pt>
    <dgm:pt modelId="{0ACF8B77-6C51-4E6F-8B50-69511DEED704}" type="pres">
      <dgm:prSet presAssocID="{0043DF15-5B6B-4160-BFD6-392169E35D27}" presName="root" presStyleCnt="0">
        <dgm:presLayoutVars>
          <dgm:dir/>
          <dgm:resizeHandles val="exact"/>
        </dgm:presLayoutVars>
      </dgm:prSet>
      <dgm:spPr/>
    </dgm:pt>
    <dgm:pt modelId="{FFA11CB5-F388-4F0F-AC59-C1109658FA7F}" type="pres">
      <dgm:prSet presAssocID="{6BE4FC48-5513-4C39-AB35-2788A73E020D}" presName="compNode" presStyleCnt="0"/>
      <dgm:spPr/>
    </dgm:pt>
    <dgm:pt modelId="{13B38299-1BB9-40F1-ABA0-16193FEAA041}" type="pres">
      <dgm:prSet presAssocID="{6BE4FC48-5513-4C39-AB35-2788A73E020D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pen Folder"/>
        </a:ext>
      </dgm:extLst>
    </dgm:pt>
    <dgm:pt modelId="{46073807-163E-4534-A4BC-AADD49B85D55}" type="pres">
      <dgm:prSet presAssocID="{6BE4FC48-5513-4C39-AB35-2788A73E020D}" presName="iconSpace" presStyleCnt="0"/>
      <dgm:spPr/>
    </dgm:pt>
    <dgm:pt modelId="{D6273BEC-1B31-4CD2-B666-03821233A77A}" type="pres">
      <dgm:prSet presAssocID="{6BE4FC48-5513-4C39-AB35-2788A73E020D}" presName="parTx" presStyleLbl="revTx" presStyleIdx="0" presStyleCnt="8">
        <dgm:presLayoutVars>
          <dgm:chMax val="0"/>
          <dgm:chPref val="0"/>
        </dgm:presLayoutVars>
      </dgm:prSet>
      <dgm:spPr/>
    </dgm:pt>
    <dgm:pt modelId="{74FC19F2-535E-4EFC-A6A3-00AD5C1B2DA3}" type="pres">
      <dgm:prSet presAssocID="{6BE4FC48-5513-4C39-AB35-2788A73E020D}" presName="txSpace" presStyleCnt="0"/>
      <dgm:spPr/>
    </dgm:pt>
    <dgm:pt modelId="{5467ED40-F6AC-4E72-B0E3-6E193A00C7FE}" type="pres">
      <dgm:prSet presAssocID="{6BE4FC48-5513-4C39-AB35-2788A73E020D}" presName="desTx" presStyleLbl="revTx" presStyleIdx="1" presStyleCnt="8">
        <dgm:presLayoutVars/>
      </dgm:prSet>
      <dgm:spPr/>
    </dgm:pt>
    <dgm:pt modelId="{F4203082-9223-448E-80B2-CBAADEA41B1B}" type="pres">
      <dgm:prSet presAssocID="{1F2DEF94-A1BE-4EC6-BD01-3E3648ECD447}" presName="sibTrans" presStyleCnt="0"/>
      <dgm:spPr/>
    </dgm:pt>
    <dgm:pt modelId="{01890A6B-CF19-4F97-BBE9-1D89D341BF99}" type="pres">
      <dgm:prSet presAssocID="{4614292E-0A78-4606-AE0C-7680CB8DF573}" presName="compNode" presStyleCnt="0"/>
      <dgm:spPr/>
    </dgm:pt>
    <dgm:pt modelId="{0117D483-BA37-4593-8603-A6C25B3B73AE}" type="pres">
      <dgm:prSet presAssocID="{4614292E-0A78-4606-AE0C-7680CB8DF573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older"/>
        </a:ext>
      </dgm:extLst>
    </dgm:pt>
    <dgm:pt modelId="{B0BED657-EB3E-4949-B1CF-83C640826348}" type="pres">
      <dgm:prSet presAssocID="{4614292E-0A78-4606-AE0C-7680CB8DF573}" presName="iconSpace" presStyleCnt="0"/>
      <dgm:spPr/>
    </dgm:pt>
    <dgm:pt modelId="{912D44A1-899B-467C-863D-BDBF3CB3DC8F}" type="pres">
      <dgm:prSet presAssocID="{4614292E-0A78-4606-AE0C-7680CB8DF573}" presName="parTx" presStyleLbl="revTx" presStyleIdx="2" presStyleCnt="8">
        <dgm:presLayoutVars>
          <dgm:chMax val="0"/>
          <dgm:chPref val="0"/>
        </dgm:presLayoutVars>
      </dgm:prSet>
      <dgm:spPr/>
    </dgm:pt>
    <dgm:pt modelId="{856ED532-AE9C-4891-9B47-D3AD2879AAEB}" type="pres">
      <dgm:prSet presAssocID="{4614292E-0A78-4606-AE0C-7680CB8DF573}" presName="txSpace" presStyleCnt="0"/>
      <dgm:spPr/>
    </dgm:pt>
    <dgm:pt modelId="{D252C9B3-583B-47B7-AD39-55FFFA117F88}" type="pres">
      <dgm:prSet presAssocID="{4614292E-0A78-4606-AE0C-7680CB8DF573}" presName="desTx" presStyleLbl="revTx" presStyleIdx="3" presStyleCnt="8">
        <dgm:presLayoutVars/>
      </dgm:prSet>
      <dgm:spPr/>
    </dgm:pt>
    <dgm:pt modelId="{B6AC93AD-725E-4DC4-A7CE-30D4EE6DFC31}" type="pres">
      <dgm:prSet presAssocID="{6B369E5E-648A-4273-9296-405BE625F40F}" presName="sibTrans" presStyleCnt="0"/>
      <dgm:spPr/>
    </dgm:pt>
    <dgm:pt modelId="{EB6182D6-0AC6-4130-8EF1-4F58842877F1}" type="pres">
      <dgm:prSet presAssocID="{61CA37B3-06CB-427E-AFFE-4E8C46C44B76}" presName="compNode" presStyleCnt="0"/>
      <dgm:spPr/>
    </dgm:pt>
    <dgm:pt modelId="{357280EC-11F9-4698-9B94-40BF22F29837}" type="pres">
      <dgm:prSet presAssocID="{61CA37B3-06CB-427E-AFFE-4E8C46C44B76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t"/>
        </a:ext>
      </dgm:extLst>
    </dgm:pt>
    <dgm:pt modelId="{84C99BA5-4CDB-4FDE-BBF5-E1307DEA28C8}" type="pres">
      <dgm:prSet presAssocID="{61CA37B3-06CB-427E-AFFE-4E8C46C44B76}" presName="iconSpace" presStyleCnt="0"/>
      <dgm:spPr/>
    </dgm:pt>
    <dgm:pt modelId="{C7465A0E-0216-487B-873A-343C03C13CED}" type="pres">
      <dgm:prSet presAssocID="{61CA37B3-06CB-427E-AFFE-4E8C46C44B76}" presName="parTx" presStyleLbl="revTx" presStyleIdx="4" presStyleCnt="8">
        <dgm:presLayoutVars>
          <dgm:chMax val="0"/>
          <dgm:chPref val="0"/>
        </dgm:presLayoutVars>
      </dgm:prSet>
      <dgm:spPr/>
    </dgm:pt>
    <dgm:pt modelId="{D346AFB4-DBFE-45E1-A861-7078E879927F}" type="pres">
      <dgm:prSet presAssocID="{61CA37B3-06CB-427E-AFFE-4E8C46C44B76}" presName="txSpace" presStyleCnt="0"/>
      <dgm:spPr/>
    </dgm:pt>
    <dgm:pt modelId="{F058EE39-A248-4248-AE78-7363AFF39145}" type="pres">
      <dgm:prSet presAssocID="{61CA37B3-06CB-427E-AFFE-4E8C46C44B76}" presName="desTx" presStyleLbl="revTx" presStyleIdx="5" presStyleCnt="8">
        <dgm:presLayoutVars/>
      </dgm:prSet>
      <dgm:spPr/>
    </dgm:pt>
    <dgm:pt modelId="{F9471A63-C3C6-4F9F-AA6D-B9199B2F642A}" type="pres">
      <dgm:prSet presAssocID="{AD7FC37F-B481-42F8-8E59-C423EE280EF2}" presName="sibTrans" presStyleCnt="0"/>
      <dgm:spPr/>
    </dgm:pt>
    <dgm:pt modelId="{36F2CE78-0D5B-4111-8A5D-25B77E12FBF8}" type="pres">
      <dgm:prSet presAssocID="{8B548D4C-56A4-4F2A-BF84-ED8DD7AAA64F}" presName="compNode" presStyleCnt="0"/>
      <dgm:spPr/>
    </dgm:pt>
    <dgm:pt modelId="{79F09CA0-740C-4214-99E5-40AE5B3BBF15}" type="pres">
      <dgm:prSet presAssocID="{8B548D4C-56A4-4F2A-BF84-ED8DD7AAA64F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inimize"/>
        </a:ext>
      </dgm:extLst>
    </dgm:pt>
    <dgm:pt modelId="{80F8CB30-7E04-49FA-BE7E-A955A4E2886E}" type="pres">
      <dgm:prSet presAssocID="{8B548D4C-56A4-4F2A-BF84-ED8DD7AAA64F}" presName="iconSpace" presStyleCnt="0"/>
      <dgm:spPr/>
    </dgm:pt>
    <dgm:pt modelId="{CE5EF422-A572-4D82-8FC6-9916F35FFF4E}" type="pres">
      <dgm:prSet presAssocID="{8B548D4C-56A4-4F2A-BF84-ED8DD7AAA64F}" presName="parTx" presStyleLbl="revTx" presStyleIdx="6" presStyleCnt="8">
        <dgm:presLayoutVars>
          <dgm:chMax val="0"/>
          <dgm:chPref val="0"/>
        </dgm:presLayoutVars>
      </dgm:prSet>
      <dgm:spPr/>
    </dgm:pt>
    <dgm:pt modelId="{7811D729-A8AC-4A75-8C35-C4A89160EDD5}" type="pres">
      <dgm:prSet presAssocID="{8B548D4C-56A4-4F2A-BF84-ED8DD7AAA64F}" presName="txSpace" presStyleCnt="0"/>
      <dgm:spPr/>
    </dgm:pt>
    <dgm:pt modelId="{B7B700DB-47AC-47BE-B5F0-4C383C6E5E8E}" type="pres">
      <dgm:prSet presAssocID="{8B548D4C-56A4-4F2A-BF84-ED8DD7AAA64F}" presName="desTx" presStyleLbl="revTx" presStyleIdx="7" presStyleCnt="8">
        <dgm:presLayoutVars/>
      </dgm:prSet>
      <dgm:spPr/>
    </dgm:pt>
  </dgm:ptLst>
  <dgm:cxnLst>
    <dgm:cxn modelId="{691F9E02-2DBC-418F-9C60-AA7064C37B4C}" type="presOf" srcId="{08214341-4F1D-4B97-9E5F-F59CACBF356A}" destId="{F058EE39-A248-4248-AE78-7363AFF39145}" srcOrd="0" destOrd="0" presId="urn:microsoft.com/office/officeart/2018/2/layout/IconLabelDescriptionList"/>
    <dgm:cxn modelId="{68E2AA02-9A02-434D-BE19-021941AEB1D9}" type="presOf" srcId="{381E3513-3064-40EF-B4D0-E459AE361399}" destId="{F058EE39-A248-4248-AE78-7363AFF39145}" srcOrd="0" destOrd="2" presId="urn:microsoft.com/office/officeart/2018/2/layout/IconLabelDescriptionList"/>
    <dgm:cxn modelId="{B5F0AD11-884F-4996-A8DA-1EB937B5CAF0}" srcId="{0043DF15-5B6B-4160-BFD6-392169E35D27}" destId="{6BE4FC48-5513-4C39-AB35-2788A73E020D}" srcOrd="0" destOrd="0" parTransId="{3A03FE10-651C-4F2A-A876-EC658DA4646D}" sibTransId="{1F2DEF94-A1BE-4EC6-BD01-3E3648ECD447}"/>
    <dgm:cxn modelId="{CF6E6C15-B453-4287-8E0F-67463BB56E40}" type="presOf" srcId="{E1F7FBDD-4397-4DB4-88B8-12246B0DF2BE}" destId="{D252C9B3-583B-47B7-AD39-55FFFA117F88}" srcOrd="0" destOrd="3" presId="urn:microsoft.com/office/officeart/2018/2/layout/IconLabelDescriptionList"/>
    <dgm:cxn modelId="{763F1818-F07D-43B3-9FB9-F0FB4D6F9A2A}" srcId="{6BE4FC48-5513-4C39-AB35-2788A73E020D}" destId="{B040888D-A3BE-4342-8C98-651EA96B48D3}" srcOrd="1" destOrd="0" parTransId="{0CB536EE-EB97-4154-A0E3-3A06C71B3367}" sibTransId="{AE98BE9A-0E69-432C-A212-B6DD7816BF1D}"/>
    <dgm:cxn modelId="{E3CCAD1C-C418-447A-B4FA-76CDFAB2BA31}" type="presOf" srcId="{3772DBA1-9743-42C5-BA4D-F90056F76639}" destId="{D252C9B3-583B-47B7-AD39-55FFFA117F88}" srcOrd="0" destOrd="0" presId="urn:microsoft.com/office/officeart/2018/2/layout/IconLabelDescriptionList"/>
    <dgm:cxn modelId="{1D851B2A-82D9-46A0-B99F-D2DCB193C8DD}" type="presOf" srcId="{7CEB9FC0-66A3-4AE7-AA76-29F5E7EB558B}" destId="{D252C9B3-583B-47B7-AD39-55FFFA117F88}" srcOrd="0" destOrd="1" presId="urn:microsoft.com/office/officeart/2018/2/layout/IconLabelDescriptionList"/>
    <dgm:cxn modelId="{B8B59E2F-84B4-4578-ACB5-37F82A52A5CF}" type="presOf" srcId="{61CA37B3-06CB-427E-AFFE-4E8C46C44B76}" destId="{C7465A0E-0216-487B-873A-343C03C13CED}" srcOrd="0" destOrd="0" presId="urn:microsoft.com/office/officeart/2018/2/layout/IconLabelDescriptionList"/>
    <dgm:cxn modelId="{9C8B9733-E589-4B01-932E-BE4B9F89A1E7}" type="presOf" srcId="{9050475E-E7C8-48F9-A757-6A36605C1F48}" destId="{F058EE39-A248-4248-AE78-7363AFF39145}" srcOrd="0" destOrd="1" presId="urn:microsoft.com/office/officeart/2018/2/layout/IconLabelDescriptionList"/>
    <dgm:cxn modelId="{7DBBFD33-933D-40E1-8A76-C7F98242C558}" srcId="{8B548D4C-56A4-4F2A-BF84-ED8DD7AAA64F}" destId="{4176C5E7-3A00-4FF7-B3CA-C8281EB76D6D}" srcOrd="0" destOrd="0" parTransId="{E641AB17-4926-4120-A210-00B0AE0E2E77}" sibTransId="{7C4B00A9-D51D-42D3-AC0E-21A6AD16D1FB}"/>
    <dgm:cxn modelId="{66CE193E-1E53-4CA6-BD2A-A9AB100CB74A}" srcId="{0043DF15-5B6B-4160-BFD6-392169E35D27}" destId="{61CA37B3-06CB-427E-AFFE-4E8C46C44B76}" srcOrd="2" destOrd="0" parTransId="{857E83DF-4C14-4222-B02D-2CB7695AC4A0}" sibTransId="{AD7FC37F-B481-42F8-8E59-C423EE280EF2}"/>
    <dgm:cxn modelId="{7EE2FF3F-B258-4099-88B9-020E08B6FF50}" srcId="{6BE4FC48-5513-4C39-AB35-2788A73E020D}" destId="{03997B48-4F34-4B8A-82B5-0376732ADA6E}" srcOrd="0" destOrd="0" parTransId="{2A376830-4167-4795-9B01-B15330587F75}" sibTransId="{E3B1B1ED-5A1B-40C1-B4C9-1DF072262401}"/>
    <dgm:cxn modelId="{C7D8505B-3C5B-4001-9F25-C232CFAD3A15}" srcId="{4614292E-0A78-4606-AE0C-7680CB8DF573}" destId="{E1F7FBDD-4397-4DB4-88B8-12246B0DF2BE}" srcOrd="3" destOrd="0" parTransId="{25F32BA7-776B-4BE9-8082-63DE90748A3F}" sibTransId="{1B81D812-76B3-42ED-BFF3-2497A6EFBE9E}"/>
    <dgm:cxn modelId="{64259262-AE4F-4892-87D8-F7752D478E35}" type="presOf" srcId="{B040888D-A3BE-4342-8C98-651EA96B48D3}" destId="{5467ED40-F6AC-4E72-B0E3-6E193A00C7FE}" srcOrd="0" destOrd="1" presId="urn:microsoft.com/office/officeart/2018/2/layout/IconLabelDescriptionList"/>
    <dgm:cxn modelId="{BFCEA662-DDA2-40C4-862C-83EE27FC9F2D}" type="presOf" srcId="{7DD11202-F8FA-4393-A67B-8915B98B634B}" destId="{D252C9B3-583B-47B7-AD39-55FFFA117F88}" srcOrd="0" destOrd="2" presId="urn:microsoft.com/office/officeart/2018/2/layout/IconLabelDescriptionList"/>
    <dgm:cxn modelId="{D24CBC45-E125-4D74-8FBC-0B6E1CC60A1A}" srcId="{4614292E-0A78-4606-AE0C-7680CB8DF573}" destId="{7DD11202-F8FA-4393-A67B-8915B98B634B}" srcOrd="2" destOrd="0" parTransId="{29044FE8-4FA0-4773-8438-E5430F646A15}" sibTransId="{E270B62C-D7B0-4EDE-9169-E316EB39C006}"/>
    <dgm:cxn modelId="{EBBD9869-47CA-4BFB-A2C9-BFB9D6213B3B}" srcId="{8B548D4C-56A4-4F2A-BF84-ED8DD7AAA64F}" destId="{CBD93FA8-2AF2-42C6-B78A-50AC23C32E0E}" srcOrd="3" destOrd="0" parTransId="{501895BC-383E-4EA7-9A39-12E2F9E1DE03}" sibTransId="{F2AFB8B4-3C89-45E1-83AA-77D73257D874}"/>
    <dgm:cxn modelId="{9C24B770-B430-4128-8623-4EBB7DB122D9}" type="presOf" srcId="{6BE4FC48-5513-4C39-AB35-2788A73E020D}" destId="{D6273BEC-1B31-4CD2-B666-03821233A77A}" srcOrd="0" destOrd="0" presId="urn:microsoft.com/office/officeart/2018/2/layout/IconLabelDescriptionList"/>
    <dgm:cxn modelId="{6A8A5D58-ED8B-4F91-B2EC-184399D81616}" srcId="{61CA37B3-06CB-427E-AFFE-4E8C46C44B76}" destId="{9050475E-E7C8-48F9-A757-6A36605C1F48}" srcOrd="1" destOrd="0" parTransId="{BD7B087B-13AF-4876-B85F-6EFEEEB203C2}" sibTransId="{0D9E4D84-D967-4E40-9635-6E33B7D96EF6}"/>
    <dgm:cxn modelId="{E59B9188-5928-460C-B9F9-19867CF16044}" srcId="{61CA37B3-06CB-427E-AFFE-4E8C46C44B76}" destId="{381E3513-3064-40EF-B4D0-E459AE361399}" srcOrd="2" destOrd="0" parTransId="{7A8BE309-BCBF-4565-9788-A7C1687A88D8}" sibTransId="{C27880B6-4B72-483D-921E-E2264F45AA28}"/>
    <dgm:cxn modelId="{753C928D-78D5-4699-B663-818550310C40}" srcId="{61CA37B3-06CB-427E-AFFE-4E8C46C44B76}" destId="{08214341-4F1D-4B97-9E5F-F59CACBF356A}" srcOrd="0" destOrd="0" parTransId="{516E35D6-B3C0-482A-BBF0-0934F41CECC9}" sibTransId="{B0BB1BF7-10DA-4CE1-A7D3-0B2C7B635131}"/>
    <dgm:cxn modelId="{A85B1C91-76EA-40E9-8C4E-186E646D5712}" srcId="{4614292E-0A78-4606-AE0C-7680CB8DF573}" destId="{3772DBA1-9743-42C5-BA4D-F90056F76639}" srcOrd="0" destOrd="0" parTransId="{6107F24A-1927-4360-B608-7D8FA9F71088}" sibTransId="{0A750798-86D5-4FA0-86BD-F1406A10C3D8}"/>
    <dgm:cxn modelId="{92601D9E-BA14-4CC5-9F8F-D83F12D139F6}" type="presOf" srcId="{CBD93FA8-2AF2-42C6-B78A-50AC23C32E0E}" destId="{B7B700DB-47AC-47BE-B5F0-4C383C6E5E8E}" srcOrd="0" destOrd="3" presId="urn:microsoft.com/office/officeart/2018/2/layout/IconLabelDescriptionList"/>
    <dgm:cxn modelId="{946C459E-37E8-48BF-8627-F650C9AAFFC7}" srcId="{0043DF15-5B6B-4160-BFD6-392169E35D27}" destId="{4614292E-0A78-4606-AE0C-7680CB8DF573}" srcOrd="1" destOrd="0" parTransId="{1AD55426-C265-4CCD-9A75-0E6685E3FD43}" sibTransId="{6B369E5E-648A-4273-9296-405BE625F40F}"/>
    <dgm:cxn modelId="{D58952A9-5EC7-4E3A-B67D-5E1C171364C5}" type="presOf" srcId="{8B548D4C-56A4-4F2A-BF84-ED8DD7AAA64F}" destId="{CE5EF422-A572-4D82-8FC6-9916F35FFF4E}" srcOrd="0" destOrd="0" presId="urn:microsoft.com/office/officeart/2018/2/layout/IconLabelDescriptionList"/>
    <dgm:cxn modelId="{90B631CA-B858-4869-9EDA-4B497F964838}" srcId="{0043DF15-5B6B-4160-BFD6-392169E35D27}" destId="{8B548D4C-56A4-4F2A-BF84-ED8DD7AAA64F}" srcOrd="3" destOrd="0" parTransId="{1CBCF11B-1A60-48C1-8AC3-81FA1BD5CA83}" sibTransId="{EE4AD479-E5E4-442F-AAF4-16B200EA16E8}"/>
    <dgm:cxn modelId="{6BCCA9CF-4144-44A3-81F5-94F4D3D3AB75}" type="presOf" srcId="{4614292E-0A78-4606-AE0C-7680CB8DF573}" destId="{912D44A1-899B-467C-863D-BDBF3CB3DC8F}" srcOrd="0" destOrd="0" presId="urn:microsoft.com/office/officeart/2018/2/layout/IconLabelDescriptionList"/>
    <dgm:cxn modelId="{3F664AD3-161C-4B66-8EEF-B8385CE25A5D}" type="presOf" srcId="{4176C5E7-3A00-4FF7-B3CA-C8281EB76D6D}" destId="{B7B700DB-47AC-47BE-B5F0-4C383C6E5E8E}" srcOrd="0" destOrd="0" presId="urn:microsoft.com/office/officeart/2018/2/layout/IconLabelDescriptionList"/>
    <dgm:cxn modelId="{316B22D5-798A-47A8-9C40-A617E15CCA8B}" type="presOf" srcId="{7BEBE4B6-732A-4AC9-A1F9-6E2D9D9D7018}" destId="{5467ED40-F6AC-4E72-B0E3-6E193A00C7FE}" srcOrd="0" destOrd="2" presId="urn:microsoft.com/office/officeart/2018/2/layout/IconLabelDescriptionList"/>
    <dgm:cxn modelId="{F2E8D2E2-4812-4A27-80D7-0897367BD409}" srcId="{4614292E-0A78-4606-AE0C-7680CB8DF573}" destId="{7CEB9FC0-66A3-4AE7-AA76-29F5E7EB558B}" srcOrd="1" destOrd="0" parTransId="{09F80339-9680-4A1B-8B06-D76A41B757A9}" sibTransId="{ED9BADBE-E2C0-499D-B2B0-81E096CFEBA7}"/>
    <dgm:cxn modelId="{5D19E6E9-77F7-477F-944E-600F33F11A38}" srcId="{8B548D4C-56A4-4F2A-BF84-ED8DD7AAA64F}" destId="{E50EBA53-0C2E-41F5-A89E-0630381F4776}" srcOrd="1" destOrd="0" parTransId="{0612A394-6ADF-45B0-88FA-702D21AE5DD6}" sibTransId="{5273237E-FD41-4FE1-8E66-05581F7D3D58}"/>
    <dgm:cxn modelId="{E18F0AED-5065-4D53-99BF-4059E69E5D08}" type="presOf" srcId="{0043DF15-5B6B-4160-BFD6-392169E35D27}" destId="{0ACF8B77-6C51-4E6F-8B50-69511DEED704}" srcOrd="0" destOrd="0" presId="urn:microsoft.com/office/officeart/2018/2/layout/IconLabelDescriptionList"/>
    <dgm:cxn modelId="{AF20E1ED-7D35-4151-8501-96BB6982E0B6}" type="presOf" srcId="{E50EBA53-0C2E-41F5-A89E-0630381F4776}" destId="{B7B700DB-47AC-47BE-B5F0-4C383C6E5E8E}" srcOrd="0" destOrd="1" presId="urn:microsoft.com/office/officeart/2018/2/layout/IconLabelDescriptionList"/>
    <dgm:cxn modelId="{E394F8ED-57CF-42A1-9E18-3376A8C498DE}" type="presOf" srcId="{ED3568CE-61E5-4CA4-BF24-12A7F8B59FD7}" destId="{B7B700DB-47AC-47BE-B5F0-4C383C6E5E8E}" srcOrd="0" destOrd="2" presId="urn:microsoft.com/office/officeart/2018/2/layout/IconLabelDescriptionList"/>
    <dgm:cxn modelId="{6E40E7F3-6663-4A62-934A-5194EC27B423}" srcId="{8B548D4C-56A4-4F2A-BF84-ED8DD7AAA64F}" destId="{ED3568CE-61E5-4CA4-BF24-12A7F8B59FD7}" srcOrd="2" destOrd="0" parTransId="{2372782F-627C-4A44-8265-7062F73E9B64}" sibTransId="{A6699078-E1C1-4186-9478-C24E2325516A}"/>
    <dgm:cxn modelId="{67C4F9F4-41BA-40C7-B19A-CEBDB5F838AD}" type="presOf" srcId="{03997B48-4F34-4B8A-82B5-0376732ADA6E}" destId="{5467ED40-F6AC-4E72-B0E3-6E193A00C7FE}" srcOrd="0" destOrd="0" presId="urn:microsoft.com/office/officeart/2018/2/layout/IconLabelDescriptionList"/>
    <dgm:cxn modelId="{068529F5-7B2A-4285-9BC4-7AE26F829627}" srcId="{6BE4FC48-5513-4C39-AB35-2788A73E020D}" destId="{7BEBE4B6-732A-4AC9-A1F9-6E2D9D9D7018}" srcOrd="2" destOrd="0" parTransId="{4E13B075-AFF3-405E-9041-9E1C0AC0A1D5}" sibTransId="{F700487E-3D28-4DC6-9405-B03F7CC63F41}"/>
    <dgm:cxn modelId="{6D82DD70-C304-4057-B690-D9999C8AFE61}" type="presParOf" srcId="{0ACF8B77-6C51-4E6F-8B50-69511DEED704}" destId="{FFA11CB5-F388-4F0F-AC59-C1109658FA7F}" srcOrd="0" destOrd="0" presId="urn:microsoft.com/office/officeart/2018/2/layout/IconLabelDescriptionList"/>
    <dgm:cxn modelId="{CEB243B6-0B6E-4AE7-88EA-480833E4EBB5}" type="presParOf" srcId="{FFA11CB5-F388-4F0F-AC59-C1109658FA7F}" destId="{13B38299-1BB9-40F1-ABA0-16193FEAA041}" srcOrd="0" destOrd="0" presId="urn:microsoft.com/office/officeart/2018/2/layout/IconLabelDescriptionList"/>
    <dgm:cxn modelId="{27921131-E2D9-461E-A795-D0E8590163A2}" type="presParOf" srcId="{FFA11CB5-F388-4F0F-AC59-C1109658FA7F}" destId="{46073807-163E-4534-A4BC-AADD49B85D55}" srcOrd="1" destOrd="0" presId="urn:microsoft.com/office/officeart/2018/2/layout/IconLabelDescriptionList"/>
    <dgm:cxn modelId="{E5628EC1-9F04-4623-B104-72358CD986CC}" type="presParOf" srcId="{FFA11CB5-F388-4F0F-AC59-C1109658FA7F}" destId="{D6273BEC-1B31-4CD2-B666-03821233A77A}" srcOrd="2" destOrd="0" presId="urn:microsoft.com/office/officeart/2018/2/layout/IconLabelDescriptionList"/>
    <dgm:cxn modelId="{8BCD021B-295A-4212-8212-10F6887DF50B}" type="presParOf" srcId="{FFA11CB5-F388-4F0F-AC59-C1109658FA7F}" destId="{74FC19F2-535E-4EFC-A6A3-00AD5C1B2DA3}" srcOrd="3" destOrd="0" presId="urn:microsoft.com/office/officeart/2018/2/layout/IconLabelDescriptionList"/>
    <dgm:cxn modelId="{A6E779FF-CE6D-4301-B55E-E213E4B3E3B6}" type="presParOf" srcId="{FFA11CB5-F388-4F0F-AC59-C1109658FA7F}" destId="{5467ED40-F6AC-4E72-B0E3-6E193A00C7FE}" srcOrd="4" destOrd="0" presId="urn:microsoft.com/office/officeart/2018/2/layout/IconLabelDescriptionList"/>
    <dgm:cxn modelId="{E66DEF84-9450-4525-9D94-937E84CDD450}" type="presParOf" srcId="{0ACF8B77-6C51-4E6F-8B50-69511DEED704}" destId="{F4203082-9223-448E-80B2-CBAADEA41B1B}" srcOrd="1" destOrd="0" presId="urn:microsoft.com/office/officeart/2018/2/layout/IconLabelDescriptionList"/>
    <dgm:cxn modelId="{9F88DAF2-249B-4269-8F00-FFEA49CF3746}" type="presParOf" srcId="{0ACF8B77-6C51-4E6F-8B50-69511DEED704}" destId="{01890A6B-CF19-4F97-BBE9-1D89D341BF99}" srcOrd="2" destOrd="0" presId="urn:microsoft.com/office/officeart/2018/2/layout/IconLabelDescriptionList"/>
    <dgm:cxn modelId="{04ACF0C8-06F9-4BA4-AFCA-4FA5CF9FB6D5}" type="presParOf" srcId="{01890A6B-CF19-4F97-BBE9-1D89D341BF99}" destId="{0117D483-BA37-4593-8603-A6C25B3B73AE}" srcOrd="0" destOrd="0" presId="urn:microsoft.com/office/officeart/2018/2/layout/IconLabelDescriptionList"/>
    <dgm:cxn modelId="{41E4EB36-3EC0-4F26-8190-F8F75FDA39F7}" type="presParOf" srcId="{01890A6B-CF19-4F97-BBE9-1D89D341BF99}" destId="{B0BED657-EB3E-4949-B1CF-83C640826348}" srcOrd="1" destOrd="0" presId="urn:microsoft.com/office/officeart/2018/2/layout/IconLabelDescriptionList"/>
    <dgm:cxn modelId="{F1491989-0139-4900-B263-8DC50B95743B}" type="presParOf" srcId="{01890A6B-CF19-4F97-BBE9-1D89D341BF99}" destId="{912D44A1-899B-467C-863D-BDBF3CB3DC8F}" srcOrd="2" destOrd="0" presId="urn:microsoft.com/office/officeart/2018/2/layout/IconLabelDescriptionList"/>
    <dgm:cxn modelId="{88B117FB-E530-4AFA-A08B-BFCC481618C6}" type="presParOf" srcId="{01890A6B-CF19-4F97-BBE9-1D89D341BF99}" destId="{856ED532-AE9C-4891-9B47-D3AD2879AAEB}" srcOrd="3" destOrd="0" presId="urn:microsoft.com/office/officeart/2018/2/layout/IconLabelDescriptionList"/>
    <dgm:cxn modelId="{3DAACF45-3024-4887-B6BF-5A7F3A412995}" type="presParOf" srcId="{01890A6B-CF19-4F97-BBE9-1D89D341BF99}" destId="{D252C9B3-583B-47B7-AD39-55FFFA117F88}" srcOrd="4" destOrd="0" presId="urn:microsoft.com/office/officeart/2018/2/layout/IconLabelDescriptionList"/>
    <dgm:cxn modelId="{AB0EE682-DC19-46C7-9197-63AF9D670CB1}" type="presParOf" srcId="{0ACF8B77-6C51-4E6F-8B50-69511DEED704}" destId="{B6AC93AD-725E-4DC4-A7CE-30D4EE6DFC31}" srcOrd="3" destOrd="0" presId="urn:microsoft.com/office/officeart/2018/2/layout/IconLabelDescriptionList"/>
    <dgm:cxn modelId="{EB1FF274-86A7-416B-803D-901C7AF9C22F}" type="presParOf" srcId="{0ACF8B77-6C51-4E6F-8B50-69511DEED704}" destId="{EB6182D6-0AC6-4130-8EF1-4F58842877F1}" srcOrd="4" destOrd="0" presId="urn:microsoft.com/office/officeart/2018/2/layout/IconLabelDescriptionList"/>
    <dgm:cxn modelId="{691F2EA3-2E42-4222-BFA0-693AD1A212DC}" type="presParOf" srcId="{EB6182D6-0AC6-4130-8EF1-4F58842877F1}" destId="{357280EC-11F9-4698-9B94-40BF22F29837}" srcOrd="0" destOrd="0" presId="urn:microsoft.com/office/officeart/2018/2/layout/IconLabelDescriptionList"/>
    <dgm:cxn modelId="{2E5F90B5-81B1-4407-A8DF-2201CC5F2829}" type="presParOf" srcId="{EB6182D6-0AC6-4130-8EF1-4F58842877F1}" destId="{84C99BA5-4CDB-4FDE-BBF5-E1307DEA28C8}" srcOrd="1" destOrd="0" presId="urn:microsoft.com/office/officeart/2018/2/layout/IconLabelDescriptionList"/>
    <dgm:cxn modelId="{FAB2AB50-5E1B-4BDB-A9B3-1A84C126F4C4}" type="presParOf" srcId="{EB6182D6-0AC6-4130-8EF1-4F58842877F1}" destId="{C7465A0E-0216-487B-873A-343C03C13CED}" srcOrd="2" destOrd="0" presId="urn:microsoft.com/office/officeart/2018/2/layout/IconLabelDescriptionList"/>
    <dgm:cxn modelId="{8C16FB87-B9F3-4BAB-A854-FC286F0A93B2}" type="presParOf" srcId="{EB6182D6-0AC6-4130-8EF1-4F58842877F1}" destId="{D346AFB4-DBFE-45E1-A861-7078E879927F}" srcOrd="3" destOrd="0" presId="urn:microsoft.com/office/officeart/2018/2/layout/IconLabelDescriptionList"/>
    <dgm:cxn modelId="{4D879A32-0670-4B34-9D79-38CC836EE2EB}" type="presParOf" srcId="{EB6182D6-0AC6-4130-8EF1-4F58842877F1}" destId="{F058EE39-A248-4248-AE78-7363AFF39145}" srcOrd="4" destOrd="0" presId="urn:microsoft.com/office/officeart/2018/2/layout/IconLabelDescriptionList"/>
    <dgm:cxn modelId="{4C6D862E-F78F-4271-911A-0563F347EEA7}" type="presParOf" srcId="{0ACF8B77-6C51-4E6F-8B50-69511DEED704}" destId="{F9471A63-C3C6-4F9F-AA6D-B9199B2F642A}" srcOrd="5" destOrd="0" presId="urn:microsoft.com/office/officeart/2018/2/layout/IconLabelDescriptionList"/>
    <dgm:cxn modelId="{9BB2D3D6-3D2A-4FBD-8D3F-151908747201}" type="presParOf" srcId="{0ACF8B77-6C51-4E6F-8B50-69511DEED704}" destId="{36F2CE78-0D5B-4111-8A5D-25B77E12FBF8}" srcOrd="6" destOrd="0" presId="urn:microsoft.com/office/officeart/2018/2/layout/IconLabelDescriptionList"/>
    <dgm:cxn modelId="{355DA179-73AC-4D97-A396-4E5152E2A2A1}" type="presParOf" srcId="{36F2CE78-0D5B-4111-8A5D-25B77E12FBF8}" destId="{79F09CA0-740C-4214-99E5-40AE5B3BBF15}" srcOrd="0" destOrd="0" presId="urn:microsoft.com/office/officeart/2018/2/layout/IconLabelDescriptionList"/>
    <dgm:cxn modelId="{CF4DAED6-88A6-4CBC-A150-C1E3FD403514}" type="presParOf" srcId="{36F2CE78-0D5B-4111-8A5D-25B77E12FBF8}" destId="{80F8CB30-7E04-49FA-BE7E-A955A4E2886E}" srcOrd="1" destOrd="0" presId="urn:microsoft.com/office/officeart/2018/2/layout/IconLabelDescriptionList"/>
    <dgm:cxn modelId="{F3FDDED1-7908-4CC0-868F-7FB6763769B3}" type="presParOf" srcId="{36F2CE78-0D5B-4111-8A5D-25B77E12FBF8}" destId="{CE5EF422-A572-4D82-8FC6-9916F35FFF4E}" srcOrd="2" destOrd="0" presId="urn:microsoft.com/office/officeart/2018/2/layout/IconLabelDescriptionList"/>
    <dgm:cxn modelId="{5229CB71-C763-4F4F-AB06-B88DF48357BF}" type="presParOf" srcId="{36F2CE78-0D5B-4111-8A5D-25B77E12FBF8}" destId="{7811D729-A8AC-4A75-8C35-C4A89160EDD5}" srcOrd="3" destOrd="0" presId="urn:microsoft.com/office/officeart/2018/2/layout/IconLabelDescriptionList"/>
    <dgm:cxn modelId="{1D8A24C4-6581-4BE2-8DA8-212D88B140F2}" type="presParOf" srcId="{36F2CE78-0D5B-4111-8A5D-25B77E12FBF8}" destId="{B7B700DB-47AC-47BE-B5F0-4C383C6E5E8E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238B846B-CACD-448B-BC76-7E5913D3C270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E5882B0B-7345-40EF-A3B5-38B8FC7664CB}">
      <dgm:prSet/>
      <dgm:spPr/>
      <dgm:t>
        <a:bodyPr/>
        <a:lstStyle/>
        <a:p>
          <a:r>
            <a:rPr lang="en-US"/>
            <a:t>• </a:t>
          </a:r>
          <a:r>
            <a:rPr lang="en-US" b="1"/>
            <a:t>find / -name file.txt </a:t>
          </a:r>
          <a:r>
            <a:rPr lang="en-US"/>
            <a:t>– Search by name</a:t>
          </a:r>
        </a:p>
      </dgm:t>
    </dgm:pt>
    <dgm:pt modelId="{4A17FA28-C0B9-43CE-9EB3-4BDBB0D1C27E}" type="parTrans" cxnId="{1072E251-F8FC-42A5-9113-D583B4A3FC71}">
      <dgm:prSet/>
      <dgm:spPr/>
      <dgm:t>
        <a:bodyPr/>
        <a:lstStyle/>
        <a:p>
          <a:endParaRPr lang="en-US"/>
        </a:p>
      </dgm:t>
    </dgm:pt>
    <dgm:pt modelId="{D2219ED2-88E9-41C7-AE94-31309AF1EBFC}" type="sibTrans" cxnId="{1072E251-F8FC-42A5-9113-D583B4A3FC71}">
      <dgm:prSet/>
      <dgm:spPr/>
      <dgm:t>
        <a:bodyPr/>
        <a:lstStyle/>
        <a:p>
          <a:endParaRPr lang="en-US"/>
        </a:p>
      </dgm:t>
    </dgm:pt>
    <dgm:pt modelId="{9DC34F1F-A217-4672-BEE0-38CE5B070A35}">
      <dgm:prSet/>
      <dgm:spPr/>
      <dgm:t>
        <a:bodyPr/>
        <a:lstStyle/>
        <a:p>
          <a:r>
            <a:rPr lang="en-US"/>
            <a:t>• </a:t>
          </a:r>
          <a:r>
            <a:rPr lang="en-US" b="1"/>
            <a:t>locate passwd </a:t>
          </a:r>
          <a:r>
            <a:rPr lang="en-US"/>
            <a:t>– Search using mlocate database</a:t>
          </a:r>
        </a:p>
      </dgm:t>
    </dgm:pt>
    <dgm:pt modelId="{2D52FE13-8758-43ED-970C-7DCA7949B21D}" type="parTrans" cxnId="{5F571664-5BEB-4405-AF41-5C09F7E29478}">
      <dgm:prSet/>
      <dgm:spPr/>
      <dgm:t>
        <a:bodyPr/>
        <a:lstStyle/>
        <a:p>
          <a:endParaRPr lang="en-US"/>
        </a:p>
      </dgm:t>
    </dgm:pt>
    <dgm:pt modelId="{0F5711F2-9802-4E9C-9639-1283DA79164D}" type="sibTrans" cxnId="{5F571664-5BEB-4405-AF41-5C09F7E29478}">
      <dgm:prSet/>
      <dgm:spPr/>
      <dgm:t>
        <a:bodyPr/>
        <a:lstStyle/>
        <a:p>
          <a:endParaRPr lang="en-US"/>
        </a:p>
      </dgm:t>
    </dgm:pt>
    <dgm:pt modelId="{ED515DB2-7743-4D29-8F43-BB37D5FD4D1B}">
      <dgm:prSet/>
      <dgm:spPr/>
      <dgm:t>
        <a:bodyPr/>
        <a:lstStyle/>
        <a:p>
          <a:r>
            <a:rPr lang="en-US"/>
            <a:t>• </a:t>
          </a:r>
          <a:r>
            <a:rPr lang="en-US" b="1"/>
            <a:t>which bash </a:t>
          </a:r>
          <a:r>
            <a:rPr lang="en-US"/>
            <a:t>– Show binary path of command</a:t>
          </a:r>
        </a:p>
      </dgm:t>
    </dgm:pt>
    <dgm:pt modelId="{52E40978-2F99-4D45-BC63-FC29397FC75B}" type="parTrans" cxnId="{F79E185F-5802-4318-AEFE-A9843488E104}">
      <dgm:prSet/>
      <dgm:spPr/>
      <dgm:t>
        <a:bodyPr/>
        <a:lstStyle/>
        <a:p>
          <a:endParaRPr lang="en-US"/>
        </a:p>
      </dgm:t>
    </dgm:pt>
    <dgm:pt modelId="{EBCADAA8-A4FA-4091-BBEF-FEE73C96502D}" type="sibTrans" cxnId="{F79E185F-5802-4318-AEFE-A9843488E104}">
      <dgm:prSet/>
      <dgm:spPr/>
      <dgm:t>
        <a:bodyPr/>
        <a:lstStyle/>
        <a:p>
          <a:endParaRPr lang="en-US"/>
        </a:p>
      </dgm:t>
    </dgm:pt>
    <dgm:pt modelId="{52FB3AE0-F73D-4189-906E-4F0B38A205C6}">
      <dgm:prSet/>
      <dgm:spPr/>
      <dgm:t>
        <a:bodyPr/>
        <a:lstStyle/>
        <a:p>
          <a:r>
            <a:rPr lang="en-US"/>
            <a:t>• </a:t>
          </a:r>
          <a:r>
            <a:rPr lang="en-US" b="1"/>
            <a:t>whereis ls </a:t>
          </a:r>
          <a:r>
            <a:rPr lang="en-US"/>
            <a:t>– Locate binary, source, and man pages</a:t>
          </a:r>
        </a:p>
      </dgm:t>
    </dgm:pt>
    <dgm:pt modelId="{BA3AA125-8581-48CF-B749-CF8F03B805A4}" type="parTrans" cxnId="{06DBC140-FF1A-490F-B7A9-7C5799BB6B48}">
      <dgm:prSet/>
      <dgm:spPr/>
      <dgm:t>
        <a:bodyPr/>
        <a:lstStyle/>
        <a:p>
          <a:endParaRPr lang="en-US"/>
        </a:p>
      </dgm:t>
    </dgm:pt>
    <dgm:pt modelId="{6DE2C9AE-F845-41B6-9513-E98753689266}" type="sibTrans" cxnId="{06DBC140-FF1A-490F-B7A9-7C5799BB6B48}">
      <dgm:prSet/>
      <dgm:spPr/>
      <dgm:t>
        <a:bodyPr/>
        <a:lstStyle/>
        <a:p>
          <a:endParaRPr lang="en-US"/>
        </a:p>
      </dgm:t>
    </dgm:pt>
    <dgm:pt modelId="{2DF57A7B-FEA8-4D8B-A938-B45B37BAF8B1}" type="pres">
      <dgm:prSet presAssocID="{238B846B-CACD-448B-BC76-7E5913D3C270}" presName="linear" presStyleCnt="0">
        <dgm:presLayoutVars>
          <dgm:animLvl val="lvl"/>
          <dgm:resizeHandles val="exact"/>
        </dgm:presLayoutVars>
      </dgm:prSet>
      <dgm:spPr/>
    </dgm:pt>
    <dgm:pt modelId="{3BD3EE57-E8DE-4CC9-AA04-CE9BD105F705}" type="pres">
      <dgm:prSet presAssocID="{E5882B0B-7345-40EF-A3B5-38B8FC7664CB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52587811-C272-4589-98C3-942DC08D53D3}" type="pres">
      <dgm:prSet presAssocID="{D2219ED2-88E9-41C7-AE94-31309AF1EBFC}" presName="spacer" presStyleCnt="0"/>
      <dgm:spPr/>
    </dgm:pt>
    <dgm:pt modelId="{FD1CD62C-6F42-4B39-8C22-E9CC86C21B0C}" type="pres">
      <dgm:prSet presAssocID="{9DC34F1F-A217-4672-BEE0-38CE5B070A35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CDB3A3FC-6AE2-4377-B5CA-F43286ACB8FC}" type="pres">
      <dgm:prSet presAssocID="{0F5711F2-9802-4E9C-9639-1283DA79164D}" presName="spacer" presStyleCnt="0"/>
      <dgm:spPr/>
    </dgm:pt>
    <dgm:pt modelId="{D8A7B087-3EEE-4E66-826F-7A024DD55252}" type="pres">
      <dgm:prSet presAssocID="{ED515DB2-7743-4D29-8F43-BB37D5FD4D1B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59C6A0F1-5B5E-4979-89E9-619C5CE68DAB}" type="pres">
      <dgm:prSet presAssocID="{EBCADAA8-A4FA-4091-BBEF-FEE73C96502D}" presName="spacer" presStyleCnt="0"/>
      <dgm:spPr/>
    </dgm:pt>
    <dgm:pt modelId="{D40E66C3-986C-4843-8079-A88767140BED}" type="pres">
      <dgm:prSet presAssocID="{52FB3AE0-F73D-4189-906E-4F0B38A205C6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4A4DF81C-CEB5-4BDB-8E1C-3F6273786EDA}" type="presOf" srcId="{E5882B0B-7345-40EF-A3B5-38B8FC7664CB}" destId="{3BD3EE57-E8DE-4CC9-AA04-CE9BD105F705}" srcOrd="0" destOrd="0" presId="urn:microsoft.com/office/officeart/2005/8/layout/vList2"/>
    <dgm:cxn modelId="{06DBC140-FF1A-490F-B7A9-7C5799BB6B48}" srcId="{238B846B-CACD-448B-BC76-7E5913D3C270}" destId="{52FB3AE0-F73D-4189-906E-4F0B38A205C6}" srcOrd="3" destOrd="0" parTransId="{BA3AA125-8581-48CF-B749-CF8F03B805A4}" sibTransId="{6DE2C9AE-F845-41B6-9513-E98753689266}"/>
    <dgm:cxn modelId="{F79E185F-5802-4318-AEFE-A9843488E104}" srcId="{238B846B-CACD-448B-BC76-7E5913D3C270}" destId="{ED515DB2-7743-4D29-8F43-BB37D5FD4D1B}" srcOrd="2" destOrd="0" parTransId="{52E40978-2F99-4D45-BC63-FC29397FC75B}" sibTransId="{EBCADAA8-A4FA-4091-BBEF-FEE73C96502D}"/>
    <dgm:cxn modelId="{5F571664-5BEB-4405-AF41-5C09F7E29478}" srcId="{238B846B-CACD-448B-BC76-7E5913D3C270}" destId="{9DC34F1F-A217-4672-BEE0-38CE5B070A35}" srcOrd="1" destOrd="0" parTransId="{2D52FE13-8758-43ED-970C-7DCA7949B21D}" sibTransId="{0F5711F2-9802-4E9C-9639-1283DA79164D}"/>
    <dgm:cxn modelId="{1072E251-F8FC-42A5-9113-D583B4A3FC71}" srcId="{238B846B-CACD-448B-BC76-7E5913D3C270}" destId="{E5882B0B-7345-40EF-A3B5-38B8FC7664CB}" srcOrd="0" destOrd="0" parTransId="{4A17FA28-C0B9-43CE-9EB3-4BDBB0D1C27E}" sibTransId="{D2219ED2-88E9-41C7-AE94-31309AF1EBFC}"/>
    <dgm:cxn modelId="{B595628E-9280-4274-BDB9-017C7DDC5187}" type="presOf" srcId="{ED515DB2-7743-4D29-8F43-BB37D5FD4D1B}" destId="{D8A7B087-3EEE-4E66-826F-7A024DD55252}" srcOrd="0" destOrd="0" presId="urn:microsoft.com/office/officeart/2005/8/layout/vList2"/>
    <dgm:cxn modelId="{7BAA6297-218B-424E-B0E3-97FE12497FDA}" type="presOf" srcId="{238B846B-CACD-448B-BC76-7E5913D3C270}" destId="{2DF57A7B-FEA8-4D8B-A938-B45B37BAF8B1}" srcOrd="0" destOrd="0" presId="urn:microsoft.com/office/officeart/2005/8/layout/vList2"/>
    <dgm:cxn modelId="{DBBC56F0-A063-414F-B990-14612B0D8F19}" type="presOf" srcId="{9DC34F1F-A217-4672-BEE0-38CE5B070A35}" destId="{FD1CD62C-6F42-4B39-8C22-E9CC86C21B0C}" srcOrd="0" destOrd="0" presId="urn:microsoft.com/office/officeart/2005/8/layout/vList2"/>
    <dgm:cxn modelId="{AB7A70F2-F548-40CB-B367-3682D856CFA8}" type="presOf" srcId="{52FB3AE0-F73D-4189-906E-4F0B38A205C6}" destId="{D40E66C3-986C-4843-8079-A88767140BED}" srcOrd="0" destOrd="0" presId="urn:microsoft.com/office/officeart/2005/8/layout/vList2"/>
    <dgm:cxn modelId="{49F56397-7312-4BC0-B884-BF5CC5506C8D}" type="presParOf" srcId="{2DF57A7B-FEA8-4D8B-A938-B45B37BAF8B1}" destId="{3BD3EE57-E8DE-4CC9-AA04-CE9BD105F705}" srcOrd="0" destOrd="0" presId="urn:microsoft.com/office/officeart/2005/8/layout/vList2"/>
    <dgm:cxn modelId="{578FC597-924C-46FD-997B-66B529BF7268}" type="presParOf" srcId="{2DF57A7B-FEA8-4D8B-A938-B45B37BAF8B1}" destId="{52587811-C272-4589-98C3-942DC08D53D3}" srcOrd="1" destOrd="0" presId="urn:microsoft.com/office/officeart/2005/8/layout/vList2"/>
    <dgm:cxn modelId="{ED137064-B071-480E-BEAC-0AC0D4450890}" type="presParOf" srcId="{2DF57A7B-FEA8-4D8B-A938-B45B37BAF8B1}" destId="{FD1CD62C-6F42-4B39-8C22-E9CC86C21B0C}" srcOrd="2" destOrd="0" presId="urn:microsoft.com/office/officeart/2005/8/layout/vList2"/>
    <dgm:cxn modelId="{C4A4953A-7B89-4F78-AD9C-4835DF63B504}" type="presParOf" srcId="{2DF57A7B-FEA8-4D8B-A938-B45B37BAF8B1}" destId="{CDB3A3FC-6AE2-4377-B5CA-F43286ACB8FC}" srcOrd="3" destOrd="0" presId="urn:microsoft.com/office/officeart/2005/8/layout/vList2"/>
    <dgm:cxn modelId="{2674E22B-E57C-4F61-97BA-C5088785BD1C}" type="presParOf" srcId="{2DF57A7B-FEA8-4D8B-A938-B45B37BAF8B1}" destId="{D8A7B087-3EEE-4E66-826F-7A024DD55252}" srcOrd="4" destOrd="0" presId="urn:microsoft.com/office/officeart/2005/8/layout/vList2"/>
    <dgm:cxn modelId="{0B0CC92F-DD20-4A4C-B1FB-C062D112108E}" type="presParOf" srcId="{2DF57A7B-FEA8-4D8B-A938-B45B37BAF8B1}" destId="{59C6A0F1-5B5E-4979-89E9-619C5CE68DAB}" srcOrd="5" destOrd="0" presId="urn:microsoft.com/office/officeart/2005/8/layout/vList2"/>
    <dgm:cxn modelId="{7859E422-3B40-4305-8A06-A625C75ECC63}" type="presParOf" srcId="{2DF57A7B-FEA8-4D8B-A938-B45B37BAF8B1}" destId="{D40E66C3-986C-4843-8079-A88767140BED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0402DC20-CD5C-4631-A455-201E41FCE899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E4C7F2F1-3BA7-4364-BFBC-598A511BE28C}">
      <dgm:prSet/>
      <dgm:spPr/>
      <dgm:t>
        <a:bodyPr/>
        <a:lstStyle/>
        <a:p>
          <a:r>
            <a:rPr lang="en-US"/>
            <a:t>• tar -cvf file.tar dir/ – Create archive</a:t>
          </a:r>
        </a:p>
      </dgm:t>
    </dgm:pt>
    <dgm:pt modelId="{4393AD87-8B38-4160-A3C3-E72CF45C18A7}" type="parTrans" cxnId="{861A37FF-C616-4B07-8736-8090933E2A52}">
      <dgm:prSet/>
      <dgm:spPr/>
      <dgm:t>
        <a:bodyPr/>
        <a:lstStyle/>
        <a:p>
          <a:endParaRPr lang="en-US"/>
        </a:p>
      </dgm:t>
    </dgm:pt>
    <dgm:pt modelId="{90D64831-D9A9-4BE2-8AF9-8011A37A760E}" type="sibTrans" cxnId="{861A37FF-C616-4B07-8736-8090933E2A52}">
      <dgm:prSet/>
      <dgm:spPr/>
      <dgm:t>
        <a:bodyPr/>
        <a:lstStyle/>
        <a:p>
          <a:endParaRPr lang="en-US"/>
        </a:p>
      </dgm:t>
    </dgm:pt>
    <dgm:pt modelId="{9E2A65A7-9F93-4515-8517-6978F0A8D10A}">
      <dgm:prSet/>
      <dgm:spPr/>
      <dgm:t>
        <a:bodyPr/>
        <a:lstStyle/>
        <a:p>
          <a:r>
            <a:rPr lang="en-US"/>
            <a:t>• tar -xvf file.tar – Extract archive</a:t>
          </a:r>
        </a:p>
      </dgm:t>
    </dgm:pt>
    <dgm:pt modelId="{A6DE1BE6-F663-4229-AA6F-7EE25810A1B1}" type="parTrans" cxnId="{81D37E25-F44C-4366-82A4-8EC4AF6898F4}">
      <dgm:prSet/>
      <dgm:spPr/>
      <dgm:t>
        <a:bodyPr/>
        <a:lstStyle/>
        <a:p>
          <a:endParaRPr lang="en-US"/>
        </a:p>
      </dgm:t>
    </dgm:pt>
    <dgm:pt modelId="{F0B7BD26-D2D5-4880-8372-14B7AEA2BED6}" type="sibTrans" cxnId="{81D37E25-F44C-4366-82A4-8EC4AF6898F4}">
      <dgm:prSet/>
      <dgm:spPr/>
      <dgm:t>
        <a:bodyPr/>
        <a:lstStyle/>
        <a:p>
          <a:endParaRPr lang="en-US"/>
        </a:p>
      </dgm:t>
    </dgm:pt>
    <dgm:pt modelId="{1B22A31C-6D39-4AE4-87FC-3893516545AA}">
      <dgm:prSet/>
      <dgm:spPr/>
      <dgm:t>
        <a:bodyPr/>
        <a:lstStyle/>
        <a:p>
          <a:r>
            <a:rPr lang="en-US"/>
            <a:t>• gzip file.txt – Compress a file</a:t>
          </a:r>
        </a:p>
      </dgm:t>
    </dgm:pt>
    <dgm:pt modelId="{E1B7FFC6-38C5-4CCE-8517-F60C8718431E}" type="parTrans" cxnId="{B123C16C-EF9E-4A3A-9B5B-ADE93DEA60D2}">
      <dgm:prSet/>
      <dgm:spPr/>
      <dgm:t>
        <a:bodyPr/>
        <a:lstStyle/>
        <a:p>
          <a:endParaRPr lang="en-US"/>
        </a:p>
      </dgm:t>
    </dgm:pt>
    <dgm:pt modelId="{1980893A-5181-46C7-A6B6-B326FA47D40F}" type="sibTrans" cxnId="{B123C16C-EF9E-4A3A-9B5B-ADE93DEA60D2}">
      <dgm:prSet/>
      <dgm:spPr/>
      <dgm:t>
        <a:bodyPr/>
        <a:lstStyle/>
        <a:p>
          <a:endParaRPr lang="en-US"/>
        </a:p>
      </dgm:t>
    </dgm:pt>
    <dgm:pt modelId="{1CB26F0F-5A7E-4FCC-988F-4F6116912D53}">
      <dgm:prSet/>
      <dgm:spPr/>
      <dgm:t>
        <a:bodyPr/>
        <a:lstStyle/>
        <a:p>
          <a:r>
            <a:rPr lang="en-US"/>
            <a:t>• gunzip file.txt.gz – Decompress a file</a:t>
          </a:r>
        </a:p>
      </dgm:t>
    </dgm:pt>
    <dgm:pt modelId="{F1EDA313-2B6D-4193-BB41-834FF3F90166}" type="parTrans" cxnId="{F525FA79-8AEE-4F8B-91A9-3BEC317E1267}">
      <dgm:prSet/>
      <dgm:spPr/>
      <dgm:t>
        <a:bodyPr/>
        <a:lstStyle/>
        <a:p>
          <a:endParaRPr lang="en-US"/>
        </a:p>
      </dgm:t>
    </dgm:pt>
    <dgm:pt modelId="{C702548A-6790-41A7-8C43-4407FCAC44DD}" type="sibTrans" cxnId="{F525FA79-8AEE-4F8B-91A9-3BEC317E1267}">
      <dgm:prSet/>
      <dgm:spPr/>
      <dgm:t>
        <a:bodyPr/>
        <a:lstStyle/>
        <a:p>
          <a:endParaRPr lang="en-US"/>
        </a:p>
      </dgm:t>
    </dgm:pt>
    <dgm:pt modelId="{711EBB32-F6DD-4F7E-9D34-2731FAA908A7}">
      <dgm:prSet/>
      <dgm:spPr/>
      <dgm:t>
        <a:bodyPr/>
        <a:lstStyle/>
        <a:p>
          <a:r>
            <a:rPr lang="en-US"/>
            <a:t>• zip file.zip file1 file2 – Create ZIP archive</a:t>
          </a:r>
        </a:p>
      </dgm:t>
    </dgm:pt>
    <dgm:pt modelId="{F2DAB70C-6CEB-4EF4-9B70-17D633BD92BC}" type="parTrans" cxnId="{534C07F9-F2A4-455D-9A76-EE2F671A9F7A}">
      <dgm:prSet/>
      <dgm:spPr/>
      <dgm:t>
        <a:bodyPr/>
        <a:lstStyle/>
        <a:p>
          <a:endParaRPr lang="en-US"/>
        </a:p>
      </dgm:t>
    </dgm:pt>
    <dgm:pt modelId="{8B2F7002-FE08-4E55-BB7E-A17288466ACD}" type="sibTrans" cxnId="{534C07F9-F2A4-455D-9A76-EE2F671A9F7A}">
      <dgm:prSet/>
      <dgm:spPr/>
      <dgm:t>
        <a:bodyPr/>
        <a:lstStyle/>
        <a:p>
          <a:endParaRPr lang="en-US"/>
        </a:p>
      </dgm:t>
    </dgm:pt>
    <dgm:pt modelId="{689BAEA3-2D2A-4F1C-AB99-01E8B2BCF1AB}">
      <dgm:prSet/>
      <dgm:spPr/>
      <dgm:t>
        <a:bodyPr/>
        <a:lstStyle/>
        <a:p>
          <a:r>
            <a:rPr lang="en-US"/>
            <a:t>• unzip file.zip – Extract ZIP archive</a:t>
          </a:r>
        </a:p>
      </dgm:t>
    </dgm:pt>
    <dgm:pt modelId="{1FFCA092-0D1D-4BA3-980E-E4DF3A7B015D}" type="parTrans" cxnId="{AB350D84-A060-4C75-B04A-DFC081AA2553}">
      <dgm:prSet/>
      <dgm:spPr/>
      <dgm:t>
        <a:bodyPr/>
        <a:lstStyle/>
        <a:p>
          <a:endParaRPr lang="en-US"/>
        </a:p>
      </dgm:t>
    </dgm:pt>
    <dgm:pt modelId="{C11A3D1B-DDAF-42DF-9FF8-C5CDE44F49C6}" type="sibTrans" cxnId="{AB350D84-A060-4C75-B04A-DFC081AA2553}">
      <dgm:prSet/>
      <dgm:spPr/>
      <dgm:t>
        <a:bodyPr/>
        <a:lstStyle/>
        <a:p>
          <a:endParaRPr lang="en-US"/>
        </a:p>
      </dgm:t>
    </dgm:pt>
    <dgm:pt modelId="{FF82BB23-682B-4735-A56C-2610176BF943}" type="pres">
      <dgm:prSet presAssocID="{0402DC20-CD5C-4631-A455-201E41FCE899}" presName="linear" presStyleCnt="0">
        <dgm:presLayoutVars>
          <dgm:animLvl val="lvl"/>
          <dgm:resizeHandles val="exact"/>
        </dgm:presLayoutVars>
      </dgm:prSet>
      <dgm:spPr/>
    </dgm:pt>
    <dgm:pt modelId="{96348CD7-37BE-4C65-9753-E3D58CE7C80F}" type="pres">
      <dgm:prSet presAssocID="{E4C7F2F1-3BA7-4364-BFBC-598A511BE28C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2C0060DF-9694-4993-AA0C-846C0BD74099}" type="pres">
      <dgm:prSet presAssocID="{90D64831-D9A9-4BE2-8AF9-8011A37A760E}" presName="spacer" presStyleCnt="0"/>
      <dgm:spPr/>
    </dgm:pt>
    <dgm:pt modelId="{F8E46BE3-7F45-4363-9B23-4B17760E0E1F}" type="pres">
      <dgm:prSet presAssocID="{9E2A65A7-9F93-4515-8517-6978F0A8D10A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4913BCBE-5F79-44DB-A67C-6432BBA58451}" type="pres">
      <dgm:prSet presAssocID="{F0B7BD26-D2D5-4880-8372-14B7AEA2BED6}" presName="spacer" presStyleCnt="0"/>
      <dgm:spPr/>
    </dgm:pt>
    <dgm:pt modelId="{73A40093-2B61-4A15-AAB8-3498FFB894EE}" type="pres">
      <dgm:prSet presAssocID="{1B22A31C-6D39-4AE4-87FC-3893516545AA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C6D85366-1DB9-4E42-B905-87EDDDF8F433}" type="pres">
      <dgm:prSet presAssocID="{1980893A-5181-46C7-A6B6-B326FA47D40F}" presName="spacer" presStyleCnt="0"/>
      <dgm:spPr/>
    </dgm:pt>
    <dgm:pt modelId="{747A230A-E7FE-4A08-8F4C-AD660BB66CA9}" type="pres">
      <dgm:prSet presAssocID="{1CB26F0F-5A7E-4FCC-988F-4F6116912D53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625B452F-5745-43CD-8B25-00075C1B8ACC}" type="pres">
      <dgm:prSet presAssocID="{C702548A-6790-41A7-8C43-4407FCAC44DD}" presName="spacer" presStyleCnt="0"/>
      <dgm:spPr/>
    </dgm:pt>
    <dgm:pt modelId="{8BE2100A-9000-4DD0-B0ED-1222F302EA4E}" type="pres">
      <dgm:prSet presAssocID="{711EBB32-F6DD-4F7E-9D34-2731FAA908A7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25C264E9-52BA-46D2-B4DB-9B0F67F0C07F}" type="pres">
      <dgm:prSet presAssocID="{8B2F7002-FE08-4E55-BB7E-A17288466ACD}" presName="spacer" presStyleCnt="0"/>
      <dgm:spPr/>
    </dgm:pt>
    <dgm:pt modelId="{2E7A4067-C1E3-4AC7-91D5-57A12A4B0B8C}" type="pres">
      <dgm:prSet presAssocID="{689BAEA3-2D2A-4F1C-AB99-01E8B2BCF1AB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B3835510-90E5-4DF4-A8D0-0F4164EACC11}" type="presOf" srcId="{0402DC20-CD5C-4631-A455-201E41FCE899}" destId="{FF82BB23-682B-4735-A56C-2610176BF943}" srcOrd="0" destOrd="0" presId="urn:microsoft.com/office/officeart/2005/8/layout/vList2"/>
    <dgm:cxn modelId="{81D37E25-F44C-4366-82A4-8EC4AF6898F4}" srcId="{0402DC20-CD5C-4631-A455-201E41FCE899}" destId="{9E2A65A7-9F93-4515-8517-6978F0A8D10A}" srcOrd="1" destOrd="0" parTransId="{A6DE1BE6-F663-4229-AA6F-7EE25810A1B1}" sibTransId="{F0B7BD26-D2D5-4880-8372-14B7AEA2BED6}"/>
    <dgm:cxn modelId="{A936DC2A-AAD9-457B-8CB4-46B3E7C8318F}" type="presOf" srcId="{1CB26F0F-5A7E-4FCC-988F-4F6116912D53}" destId="{747A230A-E7FE-4A08-8F4C-AD660BB66CA9}" srcOrd="0" destOrd="0" presId="urn:microsoft.com/office/officeart/2005/8/layout/vList2"/>
    <dgm:cxn modelId="{2D397B40-025F-46FB-A3DA-8FD88CCB350F}" type="presOf" srcId="{689BAEA3-2D2A-4F1C-AB99-01E8B2BCF1AB}" destId="{2E7A4067-C1E3-4AC7-91D5-57A12A4B0B8C}" srcOrd="0" destOrd="0" presId="urn:microsoft.com/office/officeart/2005/8/layout/vList2"/>
    <dgm:cxn modelId="{70FD325F-A8AD-4309-9D79-0376FA0AF954}" type="presOf" srcId="{E4C7F2F1-3BA7-4364-BFBC-598A511BE28C}" destId="{96348CD7-37BE-4C65-9753-E3D58CE7C80F}" srcOrd="0" destOrd="0" presId="urn:microsoft.com/office/officeart/2005/8/layout/vList2"/>
    <dgm:cxn modelId="{228F6061-4B39-476C-BFA2-9802BCEE1A3A}" type="presOf" srcId="{1B22A31C-6D39-4AE4-87FC-3893516545AA}" destId="{73A40093-2B61-4A15-AAB8-3498FFB894EE}" srcOrd="0" destOrd="0" presId="urn:microsoft.com/office/officeart/2005/8/layout/vList2"/>
    <dgm:cxn modelId="{B123C16C-EF9E-4A3A-9B5B-ADE93DEA60D2}" srcId="{0402DC20-CD5C-4631-A455-201E41FCE899}" destId="{1B22A31C-6D39-4AE4-87FC-3893516545AA}" srcOrd="2" destOrd="0" parTransId="{E1B7FFC6-38C5-4CCE-8517-F60C8718431E}" sibTransId="{1980893A-5181-46C7-A6B6-B326FA47D40F}"/>
    <dgm:cxn modelId="{F525FA79-8AEE-4F8B-91A9-3BEC317E1267}" srcId="{0402DC20-CD5C-4631-A455-201E41FCE899}" destId="{1CB26F0F-5A7E-4FCC-988F-4F6116912D53}" srcOrd="3" destOrd="0" parTransId="{F1EDA313-2B6D-4193-BB41-834FF3F90166}" sibTransId="{C702548A-6790-41A7-8C43-4407FCAC44DD}"/>
    <dgm:cxn modelId="{AB350D84-A060-4C75-B04A-DFC081AA2553}" srcId="{0402DC20-CD5C-4631-A455-201E41FCE899}" destId="{689BAEA3-2D2A-4F1C-AB99-01E8B2BCF1AB}" srcOrd="5" destOrd="0" parTransId="{1FFCA092-0D1D-4BA3-980E-E4DF3A7B015D}" sibTransId="{C11A3D1B-DDAF-42DF-9FF8-C5CDE44F49C6}"/>
    <dgm:cxn modelId="{7B1034E1-8140-4DA5-B61D-734730AE07E6}" type="presOf" srcId="{711EBB32-F6DD-4F7E-9D34-2731FAA908A7}" destId="{8BE2100A-9000-4DD0-B0ED-1222F302EA4E}" srcOrd="0" destOrd="0" presId="urn:microsoft.com/office/officeart/2005/8/layout/vList2"/>
    <dgm:cxn modelId="{E89081E3-5D3A-47EE-8652-F7F34AA73508}" type="presOf" srcId="{9E2A65A7-9F93-4515-8517-6978F0A8D10A}" destId="{F8E46BE3-7F45-4363-9B23-4B17760E0E1F}" srcOrd="0" destOrd="0" presId="urn:microsoft.com/office/officeart/2005/8/layout/vList2"/>
    <dgm:cxn modelId="{534C07F9-F2A4-455D-9A76-EE2F671A9F7A}" srcId="{0402DC20-CD5C-4631-A455-201E41FCE899}" destId="{711EBB32-F6DD-4F7E-9D34-2731FAA908A7}" srcOrd="4" destOrd="0" parTransId="{F2DAB70C-6CEB-4EF4-9B70-17D633BD92BC}" sibTransId="{8B2F7002-FE08-4E55-BB7E-A17288466ACD}"/>
    <dgm:cxn modelId="{861A37FF-C616-4B07-8736-8090933E2A52}" srcId="{0402DC20-CD5C-4631-A455-201E41FCE899}" destId="{E4C7F2F1-3BA7-4364-BFBC-598A511BE28C}" srcOrd="0" destOrd="0" parTransId="{4393AD87-8B38-4160-A3C3-E72CF45C18A7}" sibTransId="{90D64831-D9A9-4BE2-8AF9-8011A37A760E}"/>
    <dgm:cxn modelId="{378B1BC8-4746-42C5-B13C-F91272C3DA24}" type="presParOf" srcId="{FF82BB23-682B-4735-A56C-2610176BF943}" destId="{96348CD7-37BE-4C65-9753-E3D58CE7C80F}" srcOrd="0" destOrd="0" presId="urn:microsoft.com/office/officeart/2005/8/layout/vList2"/>
    <dgm:cxn modelId="{D7A0B448-A698-468A-A667-2178A6F6A684}" type="presParOf" srcId="{FF82BB23-682B-4735-A56C-2610176BF943}" destId="{2C0060DF-9694-4993-AA0C-846C0BD74099}" srcOrd="1" destOrd="0" presId="urn:microsoft.com/office/officeart/2005/8/layout/vList2"/>
    <dgm:cxn modelId="{F23DA99A-983F-4993-A60C-CF40A75AA478}" type="presParOf" srcId="{FF82BB23-682B-4735-A56C-2610176BF943}" destId="{F8E46BE3-7F45-4363-9B23-4B17760E0E1F}" srcOrd="2" destOrd="0" presId="urn:microsoft.com/office/officeart/2005/8/layout/vList2"/>
    <dgm:cxn modelId="{A5D3244E-793F-48D4-8A0A-BADF423ABDC1}" type="presParOf" srcId="{FF82BB23-682B-4735-A56C-2610176BF943}" destId="{4913BCBE-5F79-44DB-A67C-6432BBA58451}" srcOrd="3" destOrd="0" presId="urn:microsoft.com/office/officeart/2005/8/layout/vList2"/>
    <dgm:cxn modelId="{C1EA0544-2307-421B-BADA-3C0738F9D7F2}" type="presParOf" srcId="{FF82BB23-682B-4735-A56C-2610176BF943}" destId="{73A40093-2B61-4A15-AAB8-3498FFB894EE}" srcOrd="4" destOrd="0" presId="urn:microsoft.com/office/officeart/2005/8/layout/vList2"/>
    <dgm:cxn modelId="{4AF9240B-901F-4072-97A8-80EFE51E4DFD}" type="presParOf" srcId="{FF82BB23-682B-4735-A56C-2610176BF943}" destId="{C6D85366-1DB9-4E42-B905-87EDDDF8F433}" srcOrd="5" destOrd="0" presId="urn:microsoft.com/office/officeart/2005/8/layout/vList2"/>
    <dgm:cxn modelId="{B9E1EC54-8C1B-4EB2-ACE0-D4FE50B50EE5}" type="presParOf" srcId="{FF82BB23-682B-4735-A56C-2610176BF943}" destId="{747A230A-E7FE-4A08-8F4C-AD660BB66CA9}" srcOrd="6" destOrd="0" presId="urn:microsoft.com/office/officeart/2005/8/layout/vList2"/>
    <dgm:cxn modelId="{97A09BE8-E3FB-42EC-8E5D-7CC8841E904A}" type="presParOf" srcId="{FF82BB23-682B-4735-A56C-2610176BF943}" destId="{625B452F-5745-43CD-8B25-00075C1B8ACC}" srcOrd="7" destOrd="0" presId="urn:microsoft.com/office/officeart/2005/8/layout/vList2"/>
    <dgm:cxn modelId="{43C5960A-180E-441C-B64F-035EF767964B}" type="presParOf" srcId="{FF82BB23-682B-4735-A56C-2610176BF943}" destId="{8BE2100A-9000-4DD0-B0ED-1222F302EA4E}" srcOrd="8" destOrd="0" presId="urn:microsoft.com/office/officeart/2005/8/layout/vList2"/>
    <dgm:cxn modelId="{5F0C9936-B7C9-4B70-8FCA-8AB123FF2D3E}" type="presParOf" srcId="{FF82BB23-682B-4735-A56C-2610176BF943}" destId="{25C264E9-52BA-46D2-B4DB-9B0F67F0C07F}" srcOrd="9" destOrd="0" presId="urn:microsoft.com/office/officeart/2005/8/layout/vList2"/>
    <dgm:cxn modelId="{123C2142-1100-4692-B910-BA4204DF93D9}" type="presParOf" srcId="{FF82BB23-682B-4735-A56C-2610176BF943}" destId="{2E7A4067-C1E3-4AC7-91D5-57A12A4B0B8C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FAC84F7C-23B0-4C85-B46E-AE52375B0668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2FD0F160-B0C4-4783-B16B-02B2D604CD0A}">
      <dgm:prSet/>
      <dgm:spPr/>
      <dgm:t>
        <a:bodyPr/>
        <a:lstStyle/>
        <a:p>
          <a:r>
            <a:rPr lang="en-US" b="1" i="0"/>
            <a:t>Creating Users</a:t>
          </a:r>
          <a:endParaRPr lang="en-US"/>
        </a:p>
      </dgm:t>
    </dgm:pt>
    <dgm:pt modelId="{C0A555E6-6A40-4212-A4FE-9DC98F36CEBC}" type="parTrans" cxnId="{DFAAFCB5-6DE6-444C-A8BD-784EE9999AF3}">
      <dgm:prSet/>
      <dgm:spPr/>
      <dgm:t>
        <a:bodyPr/>
        <a:lstStyle/>
        <a:p>
          <a:endParaRPr lang="en-US"/>
        </a:p>
      </dgm:t>
    </dgm:pt>
    <dgm:pt modelId="{70AAB10A-D241-4C5C-8A62-1A6C6A73F4AA}" type="sibTrans" cxnId="{DFAAFCB5-6DE6-444C-A8BD-784EE9999AF3}">
      <dgm:prSet/>
      <dgm:spPr/>
      <dgm:t>
        <a:bodyPr/>
        <a:lstStyle/>
        <a:p>
          <a:endParaRPr lang="en-US"/>
        </a:p>
      </dgm:t>
    </dgm:pt>
    <dgm:pt modelId="{E5C0CD26-6372-4C48-9B71-1DB6D5DC4455}">
      <dgm:prSet/>
      <dgm:spPr/>
      <dgm:t>
        <a:bodyPr/>
        <a:lstStyle/>
        <a:p>
          <a:r>
            <a:rPr lang="en-US" b="0" i="0"/>
            <a:t>- useradd username - Create user</a:t>
          </a:r>
          <a:endParaRPr lang="en-US"/>
        </a:p>
      </dgm:t>
    </dgm:pt>
    <dgm:pt modelId="{5C457E2F-BECB-4F36-A13A-C8A92F4D6FBC}" type="parTrans" cxnId="{5B222032-CB6E-4DE0-AAB4-E8AF2178E73A}">
      <dgm:prSet/>
      <dgm:spPr/>
      <dgm:t>
        <a:bodyPr/>
        <a:lstStyle/>
        <a:p>
          <a:endParaRPr lang="en-US"/>
        </a:p>
      </dgm:t>
    </dgm:pt>
    <dgm:pt modelId="{D1645895-2B05-42D8-B6F7-557937B214F1}" type="sibTrans" cxnId="{5B222032-CB6E-4DE0-AAB4-E8AF2178E73A}">
      <dgm:prSet/>
      <dgm:spPr/>
      <dgm:t>
        <a:bodyPr/>
        <a:lstStyle/>
        <a:p>
          <a:endParaRPr lang="en-US"/>
        </a:p>
      </dgm:t>
    </dgm:pt>
    <dgm:pt modelId="{1ED61D4C-EF2F-42DC-A405-F50156B3957D}">
      <dgm:prSet/>
      <dgm:spPr/>
      <dgm:t>
        <a:bodyPr/>
        <a:lstStyle/>
        <a:p>
          <a:r>
            <a:rPr lang="en-US" b="0" i="0"/>
            <a:t>- passwd username - Set user password</a:t>
          </a:r>
          <a:endParaRPr lang="en-US"/>
        </a:p>
      </dgm:t>
    </dgm:pt>
    <dgm:pt modelId="{14371DD4-4507-4C69-9032-62C000C88808}" type="parTrans" cxnId="{6CE98511-DDE6-4364-B69F-F7D8F35BC4EF}">
      <dgm:prSet/>
      <dgm:spPr/>
      <dgm:t>
        <a:bodyPr/>
        <a:lstStyle/>
        <a:p>
          <a:endParaRPr lang="en-US"/>
        </a:p>
      </dgm:t>
    </dgm:pt>
    <dgm:pt modelId="{7BBD1AA6-4DEF-41FE-AEFB-E26F79ADFA76}" type="sibTrans" cxnId="{6CE98511-DDE6-4364-B69F-F7D8F35BC4EF}">
      <dgm:prSet/>
      <dgm:spPr/>
      <dgm:t>
        <a:bodyPr/>
        <a:lstStyle/>
        <a:p>
          <a:endParaRPr lang="en-US"/>
        </a:p>
      </dgm:t>
    </dgm:pt>
    <dgm:pt modelId="{62E6D49E-C7E7-4F2F-ABAF-0CBAB942E91D}">
      <dgm:prSet/>
      <dgm:spPr/>
      <dgm:t>
        <a:bodyPr/>
        <a:lstStyle/>
        <a:p>
          <a:r>
            <a:rPr lang="en-US" b="1" i="0"/>
            <a:t>Managing Groups</a:t>
          </a:r>
          <a:endParaRPr lang="en-US"/>
        </a:p>
      </dgm:t>
    </dgm:pt>
    <dgm:pt modelId="{1C9DFC9D-275D-4528-99E2-50C53573EA78}" type="parTrans" cxnId="{3DEAC36B-0BC0-4410-80FE-EAA1DB3B5D35}">
      <dgm:prSet/>
      <dgm:spPr/>
      <dgm:t>
        <a:bodyPr/>
        <a:lstStyle/>
        <a:p>
          <a:endParaRPr lang="en-US"/>
        </a:p>
      </dgm:t>
    </dgm:pt>
    <dgm:pt modelId="{99620948-58D0-4789-8D47-7E9C8B4C0361}" type="sibTrans" cxnId="{3DEAC36B-0BC0-4410-80FE-EAA1DB3B5D35}">
      <dgm:prSet/>
      <dgm:spPr/>
      <dgm:t>
        <a:bodyPr/>
        <a:lstStyle/>
        <a:p>
          <a:endParaRPr lang="en-US"/>
        </a:p>
      </dgm:t>
    </dgm:pt>
    <dgm:pt modelId="{86402E9C-DD93-49A9-8B44-EFCC860C55A3}">
      <dgm:prSet/>
      <dgm:spPr/>
      <dgm:t>
        <a:bodyPr/>
        <a:lstStyle/>
        <a:p>
          <a:r>
            <a:rPr lang="en-US" b="0" i="0"/>
            <a:t>- groupadd groupname - Create group</a:t>
          </a:r>
          <a:endParaRPr lang="en-US"/>
        </a:p>
      </dgm:t>
    </dgm:pt>
    <dgm:pt modelId="{35A93FB2-1C95-4A01-89D3-5608B43F4F43}" type="parTrans" cxnId="{825BEBF9-95F8-4500-8248-9E52CC3660C7}">
      <dgm:prSet/>
      <dgm:spPr/>
      <dgm:t>
        <a:bodyPr/>
        <a:lstStyle/>
        <a:p>
          <a:endParaRPr lang="en-US"/>
        </a:p>
      </dgm:t>
    </dgm:pt>
    <dgm:pt modelId="{1C72A0A1-949F-4FC7-8753-389539D4BB9C}" type="sibTrans" cxnId="{825BEBF9-95F8-4500-8248-9E52CC3660C7}">
      <dgm:prSet/>
      <dgm:spPr/>
      <dgm:t>
        <a:bodyPr/>
        <a:lstStyle/>
        <a:p>
          <a:endParaRPr lang="en-US"/>
        </a:p>
      </dgm:t>
    </dgm:pt>
    <dgm:pt modelId="{F1B1737A-8831-484E-9BB3-95DED0D9341E}">
      <dgm:prSet/>
      <dgm:spPr/>
      <dgm:t>
        <a:bodyPr/>
        <a:lstStyle/>
        <a:p>
          <a:r>
            <a:rPr lang="en-US" b="0" i="0"/>
            <a:t>- usermod -aG groupname username - Add user to group</a:t>
          </a:r>
          <a:endParaRPr lang="en-US"/>
        </a:p>
      </dgm:t>
    </dgm:pt>
    <dgm:pt modelId="{FACD2525-8A35-4B03-8238-9D8D6A6802F1}" type="parTrans" cxnId="{635580E3-9B28-4687-B890-5A43248BD1B3}">
      <dgm:prSet/>
      <dgm:spPr/>
      <dgm:t>
        <a:bodyPr/>
        <a:lstStyle/>
        <a:p>
          <a:endParaRPr lang="en-US"/>
        </a:p>
      </dgm:t>
    </dgm:pt>
    <dgm:pt modelId="{B914FD78-70D0-4EBF-8733-A0F9581C85DB}" type="sibTrans" cxnId="{635580E3-9B28-4687-B890-5A43248BD1B3}">
      <dgm:prSet/>
      <dgm:spPr/>
      <dgm:t>
        <a:bodyPr/>
        <a:lstStyle/>
        <a:p>
          <a:endParaRPr lang="en-US"/>
        </a:p>
      </dgm:t>
    </dgm:pt>
    <dgm:pt modelId="{1CE024E1-A461-4DAE-B9D1-48EAD66AE3EA}">
      <dgm:prSet/>
      <dgm:spPr/>
      <dgm:t>
        <a:bodyPr/>
        <a:lstStyle/>
        <a:p>
          <a:r>
            <a:rPr lang="en-US" b="1" i="0"/>
            <a:t>Switching Users</a:t>
          </a:r>
          <a:endParaRPr lang="en-US"/>
        </a:p>
      </dgm:t>
    </dgm:pt>
    <dgm:pt modelId="{BC4A1B73-9188-4980-8609-783D7D30159E}" type="parTrans" cxnId="{64EE0DF4-92FB-4488-AFA8-0DD7F1347513}">
      <dgm:prSet/>
      <dgm:spPr/>
      <dgm:t>
        <a:bodyPr/>
        <a:lstStyle/>
        <a:p>
          <a:endParaRPr lang="en-US"/>
        </a:p>
      </dgm:t>
    </dgm:pt>
    <dgm:pt modelId="{A08B2367-5190-4AB1-B04D-8501A2A43959}" type="sibTrans" cxnId="{64EE0DF4-92FB-4488-AFA8-0DD7F1347513}">
      <dgm:prSet/>
      <dgm:spPr/>
      <dgm:t>
        <a:bodyPr/>
        <a:lstStyle/>
        <a:p>
          <a:endParaRPr lang="en-US"/>
        </a:p>
      </dgm:t>
    </dgm:pt>
    <dgm:pt modelId="{64BFDE1C-AA5C-4F89-A638-AA6D8C5C3FCA}">
      <dgm:prSet/>
      <dgm:spPr/>
      <dgm:t>
        <a:bodyPr/>
        <a:lstStyle/>
        <a:p>
          <a:r>
            <a:rPr lang="en-US" b="0" i="0"/>
            <a:t>- su - username - Switch user</a:t>
          </a:r>
          <a:endParaRPr lang="en-US"/>
        </a:p>
      </dgm:t>
    </dgm:pt>
    <dgm:pt modelId="{1B4D31B0-AF8F-4858-AAE5-2DF963C99FB5}" type="parTrans" cxnId="{AFF1DB3D-D76C-4E82-8FFB-CA731FC14289}">
      <dgm:prSet/>
      <dgm:spPr/>
      <dgm:t>
        <a:bodyPr/>
        <a:lstStyle/>
        <a:p>
          <a:endParaRPr lang="en-US"/>
        </a:p>
      </dgm:t>
    </dgm:pt>
    <dgm:pt modelId="{1C38BE0A-5B91-489B-B1CD-9B81DF3D25B6}" type="sibTrans" cxnId="{AFF1DB3D-D76C-4E82-8FFB-CA731FC14289}">
      <dgm:prSet/>
      <dgm:spPr/>
      <dgm:t>
        <a:bodyPr/>
        <a:lstStyle/>
        <a:p>
          <a:endParaRPr lang="en-US"/>
        </a:p>
      </dgm:t>
    </dgm:pt>
    <dgm:pt modelId="{564B6C10-2C11-402F-B36F-07FA43D602AA}">
      <dgm:prSet/>
      <dgm:spPr/>
      <dgm:t>
        <a:bodyPr/>
        <a:lstStyle/>
        <a:p>
          <a:r>
            <a:rPr lang="en-US" b="0" i="0"/>
            <a:t>- sudo command - Run command as admin</a:t>
          </a:r>
          <a:endParaRPr lang="en-US"/>
        </a:p>
      </dgm:t>
    </dgm:pt>
    <dgm:pt modelId="{3BB1784C-FD06-4F77-B796-6D079D4DA029}" type="parTrans" cxnId="{8C04F44C-176C-4659-8E18-C0025E631CB8}">
      <dgm:prSet/>
      <dgm:spPr/>
      <dgm:t>
        <a:bodyPr/>
        <a:lstStyle/>
        <a:p>
          <a:endParaRPr lang="en-US"/>
        </a:p>
      </dgm:t>
    </dgm:pt>
    <dgm:pt modelId="{7E630671-F00E-45D5-864F-1CA998F43D9A}" type="sibTrans" cxnId="{8C04F44C-176C-4659-8E18-C0025E631CB8}">
      <dgm:prSet/>
      <dgm:spPr/>
      <dgm:t>
        <a:bodyPr/>
        <a:lstStyle/>
        <a:p>
          <a:endParaRPr lang="en-US"/>
        </a:p>
      </dgm:t>
    </dgm:pt>
    <dgm:pt modelId="{A194EEB9-3B6B-4CA2-8B85-03E42D1B1329}">
      <dgm:prSet/>
      <dgm:spPr/>
      <dgm:t>
        <a:bodyPr/>
        <a:lstStyle/>
        <a:p>
          <a:r>
            <a:rPr lang="en-US" b="1" i="0"/>
            <a:t>Important Files</a:t>
          </a:r>
          <a:endParaRPr lang="en-US"/>
        </a:p>
      </dgm:t>
    </dgm:pt>
    <dgm:pt modelId="{65A1DE68-3BA6-4B71-9E79-C6BF1C5597BC}" type="parTrans" cxnId="{AA4F1D6B-83E2-45F0-A33E-73755DF6CABB}">
      <dgm:prSet/>
      <dgm:spPr/>
      <dgm:t>
        <a:bodyPr/>
        <a:lstStyle/>
        <a:p>
          <a:endParaRPr lang="en-US"/>
        </a:p>
      </dgm:t>
    </dgm:pt>
    <dgm:pt modelId="{4BCB8666-F41B-4FA6-8D63-4AFE2E12E59E}" type="sibTrans" cxnId="{AA4F1D6B-83E2-45F0-A33E-73755DF6CABB}">
      <dgm:prSet/>
      <dgm:spPr/>
      <dgm:t>
        <a:bodyPr/>
        <a:lstStyle/>
        <a:p>
          <a:endParaRPr lang="en-US"/>
        </a:p>
      </dgm:t>
    </dgm:pt>
    <dgm:pt modelId="{BF6DCCC6-F006-4736-AA6C-0D253A8C4942}">
      <dgm:prSet/>
      <dgm:spPr/>
      <dgm:t>
        <a:bodyPr/>
        <a:lstStyle/>
        <a:p>
          <a:r>
            <a:rPr lang="en-US" b="0" i="0"/>
            <a:t>- /etc/passwd - User details</a:t>
          </a:r>
          <a:endParaRPr lang="en-US"/>
        </a:p>
      </dgm:t>
    </dgm:pt>
    <dgm:pt modelId="{55191F42-9F28-451A-A058-D51E7C98BD45}" type="parTrans" cxnId="{FEE5AB25-83EF-4E59-95A1-6662D3C58894}">
      <dgm:prSet/>
      <dgm:spPr/>
      <dgm:t>
        <a:bodyPr/>
        <a:lstStyle/>
        <a:p>
          <a:endParaRPr lang="en-US"/>
        </a:p>
      </dgm:t>
    </dgm:pt>
    <dgm:pt modelId="{F67117DF-B3EC-4FD3-9D4D-F6C23EE83367}" type="sibTrans" cxnId="{FEE5AB25-83EF-4E59-95A1-6662D3C58894}">
      <dgm:prSet/>
      <dgm:spPr/>
      <dgm:t>
        <a:bodyPr/>
        <a:lstStyle/>
        <a:p>
          <a:endParaRPr lang="en-US"/>
        </a:p>
      </dgm:t>
    </dgm:pt>
    <dgm:pt modelId="{F12DD246-BA51-4120-8254-366D00771C11}">
      <dgm:prSet/>
      <dgm:spPr/>
      <dgm:t>
        <a:bodyPr/>
        <a:lstStyle/>
        <a:p>
          <a:r>
            <a:rPr lang="en-US" b="0" i="0"/>
            <a:t>- /etc/shadow - Encrypted passwords</a:t>
          </a:r>
          <a:endParaRPr lang="en-US"/>
        </a:p>
      </dgm:t>
    </dgm:pt>
    <dgm:pt modelId="{6F2B2894-EBB0-479B-A331-7CB07A9F4134}" type="parTrans" cxnId="{6F7C54B8-8AC6-4A5A-A8BC-45C5597B26AC}">
      <dgm:prSet/>
      <dgm:spPr/>
      <dgm:t>
        <a:bodyPr/>
        <a:lstStyle/>
        <a:p>
          <a:endParaRPr lang="en-US"/>
        </a:p>
      </dgm:t>
    </dgm:pt>
    <dgm:pt modelId="{EAE3F7E7-8FE6-4890-8125-C89DCFA331D9}" type="sibTrans" cxnId="{6F7C54B8-8AC6-4A5A-A8BC-45C5597B26AC}">
      <dgm:prSet/>
      <dgm:spPr/>
      <dgm:t>
        <a:bodyPr/>
        <a:lstStyle/>
        <a:p>
          <a:endParaRPr lang="en-US"/>
        </a:p>
      </dgm:t>
    </dgm:pt>
    <dgm:pt modelId="{5AF0D36B-443E-47D0-858D-C45639C1F347}">
      <dgm:prSet/>
      <dgm:spPr/>
      <dgm:t>
        <a:bodyPr/>
        <a:lstStyle/>
        <a:p>
          <a:r>
            <a:rPr lang="en-US" b="0" i="0"/>
            <a:t>- /etc/group - Group details</a:t>
          </a:r>
          <a:endParaRPr lang="en-US"/>
        </a:p>
      </dgm:t>
    </dgm:pt>
    <dgm:pt modelId="{F167A34F-E46F-4ADB-AF8A-3622EE18CE7D}" type="parTrans" cxnId="{1F6AAE14-A774-4356-AA20-240FDA0AAA07}">
      <dgm:prSet/>
      <dgm:spPr/>
      <dgm:t>
        <a:bodyPr/>
        <a:lstStyle/>
        <a:p>
          <a:endParaRPr lang="en-US"/>
        </a:p>
      </dgm:t>
    </dgm:pt>
    <dgm:pt modelId="{B4C6FD0C-3A6F-40C7-9F6C-8259C80F7129}" type="sibTrans" cxnId="{1F6AAE14-A774-4356-AA20-240FDA0AAA07}">
      <dgm:prSet/>
      <dgm:spPr/>
      <dgm:t>
        <a:bodyPr/>
        <a:lstStyle/>
        <a:p>
          <a:endParaRPr lang="en-US"/>
        </a:p>
      </dgm:t>
    </dgm:pt>
    <dgm:pt modelId="{312CC311-335A-4753-BF82-5FFE25F5F43E}" type="pres">
      <dgm:prSet presAssocID="{FAC84F7C-23B0-4C85-B46E-AE52375B0668}" presName="root" presStyleCnt="0">
        <dgm:presLayoutVars>
          <dgm:dir/>
          <dgm:resizeHandles val="exact"/>
        </dgm:presLayoutVars>
      </dgm:prSet>
      <dgm:spPr/>
    </dgm:pt>
    <dgm:pt modelId="{E473D3C6-8604-4FB5-B6B2-866A511AF7D4}" type="pres">
      <dgm:prSet presAssocID="{2FD0F160-B0C4-4783-B16B-02B2D604CD0A}" presName="compNode" presStyleCnt="0"/>
      <dgm:spPr/>
    </dgm:pt>
    <dgm:pt modelId="{3629B672-028F-4846-BB69-1092D95560E2}" type="pres">
      <dgm:prSet presAssocID="{2FD0F160-B0C4-4783-B16B-02B2D604CD0A}" presName="bgRect" presStyleLbl="bgShp" presStyleIdx="0" presStyleCnt="4"/>
      <dgm:spPr/>
    </dgm:pt>
    <dgm:pt modelId="{41AFB374-F8A6-4ABE-8777-179D3953DE16}" type="pres">
      <dgm:prSet presAssocID="{2FD0F160-B0C4-4783-B16B-02B2D604CD0A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ubtitles"/>
        </a:ext>
      </dgm:extLst>
    </dgm:pt>
    <dgm:pt modelId="{B3C9D018-4563-40BB-BB4E-19076927FD3A}" type="pres">
      <dgm:prSet presAssocID="{2FD0F160-B0C4-4783-B16B-02B2D604CD0A}" presName="spaceRect" presStyleCnt="0"/>
      <dgm:spPr/>
    </dgm:pt>
    <dgm:pt modelId="{8955E3EE-E4A9-4DAE-BF53-83D4277E18E3}" type="pres">
      <dgm:prSet presAssocID="{2FD0F160-B0C4-4783-B16B-02B2D604CD0A}" presName="parTx" presStyleLbl="revTx" presStyleIdx="0" presStyleCnt="8">
        <dgm:presLayoutVars>
          <dgm:chMax val="0"/>
          <dgm:chPref val="0"/>
        </dgm:presLayoutVars>
      </dgm:prSet>
      <dgm:spPr/>
    </dgm:pt>
    <dgm:pt modelId="{6C6BA525-4765-46FB-A820-A44C100E407E}" type="pres">
      <dgm:prSet presAssocID="{2FD0F160-B0C4-4783-B16B-02B2D604CD0A}" presName="desTx" presStyleLbl="revTx" presStyleIdx="1" presStyleCnt="8">
        <dgm:presLayoutVars/>
      </dgm:prSet>
      <dgm:spPr/>
    </dgm:pt>
    <dgm:pt modelId="{8C1BA750-F85C-4913-A678-57D77CBC29E2}" type="pres">
      <dgm:prSet presAssocID="{70AAB10A-D241-4C5C-8A62-1A6C6A73F4AA}" presName="sibTrans" presStyleCnt="0"/>
      <dgm:spPr/>
    </dgm:pt>
    <dgm:pt modelId="{9A453D3A-CF92-43D8-8D66-F45CFB42241B}" type="pres">
      <dgm:prSet presAssocID="{62E6D49E-C7E7-4F2F-ABAF-0CBAB942E91D}" presName="compNode" presStyleCnt="0"/>
      <dgm:spPr/>
    </dgm:pt>
    <dgm:pt modelId="{63993B81-DA16-4B71-9981-AB053BA16B51}" type="pres">
      <dgm:prSet presAssocID="{62E6D49E-C7E7-4F2F-ABAF-0CBAB942E91D}" presName="bgRect" presStyleLbl="bgShp" presStyleIdx="1" presStyleCnt="4"/>
      <dgm:spPr/>
    </dgm:pt>
    <dgm:pt modelId="{C31FB117-36F0-496C-81CF-714D6230BDC4}" type="pres">
      <dgm:prSet presAssocID="{62E6D49E-C7E7-4F2F-ABAF-0CBAB942E91D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eds"/>
        </a:ext>
      </dgm:extLst>
    </dgm:pt>
    <dgm:pt modelId="{EE1B22C2-F276-4A4C-B48B-0764DB3EE387}" type="pres">
      <dgm:prSet presAssocID="{62E6D49E-C7E7-4F2F-ABAF-0CBAB942E91D}" presName="spaceRect" presStyleCnt="0"/>
      <dgm:spPr/>
    </dgm:pt>
    <dgm:pt modelId="{D80795C8-38C8-4D04-88EB-CAC8AE4357A7}" type="pres">
      <dgm:prSet presAssocID="{62E6D49E-C7E7-4F2F-ABAF-0CBAB942E91D}" presName="parTx" presStyleLbl="revTx" presStyleIdx="2" presStyleCnt="8">
        <dgm:presLayoutVars>
          <dgm:chMax val="0"/>
          <dgm:chPref val="0"/>
        </dgm:presLayoutVars>
      </dgm:prSet>
      <dgm:spPr/>
    </dgm:pt>
    <dgm:pt modelId="{7664CA73-9F69-4CE3-B43D-88F6D9B77826}" type="pres">
      <dgm:prSet presAssocID="{62E6D49E-C7E7-4F2F-ABAF-0CBAB942E91D}" presName="desTx" presStyleLbl="revTx" presStyleIdx="3" presStyleCnt="8">
        <dgm:presLayoutVars/>
      </dgm:prSet>
      <dgm:spPr/>
    </dgm:pt>
    <dgm:pt modelId="{1DB072AB-F11C-4A6B-8D08-A58EC17EB9F1}" type="pres">
      <dgm:prSet presAssocID="{99620948-58D0-4789-8D47-7E9C8B4C0361}" presName="sibTrans" presStyleCnt="0"/>
      <dgm:spPr/>
    </dgm:pt>
    <dgm:pt modelId="{6733AD83-389A-48EC-A0B4-A6BBD2E0C4B4}" type="pres">
      <dgm:prSet presAssocID="{1CE024E1-A461-4DAE-B9D1-48EAD66AE3EA}" presName="compNode" presStyleCnt="0"/>
      <dgm:spPr/>
    </dgm:pt>
    <dgm:pt modelId="{B6EE9F72-5A5A-46EA-8F6F-939DEB4D6EDF}" type="pres">
      <dgm:prSet presAssocID="{1CE024E1-A461-4DAE-B9D1-48EAD66AE3EA}" presName="bgRect" presStyleLbl="bgShp" presStyleIdx="2" presStyleCnt="4"/>
      <dgm:spPr/>
    </dgm:pt>
    <dgm:pt modelId="{A6E20233-3240-405C-B681-E473DADDFC54}" type="pres">
      <dgm:prSet presAssocID="{1CE024E1-A461-4DAE-B9D1-48EAD66AE3EA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grammer"/>
        </a:ext>
      </dgm:extLst>
    </dgm:pt>
    <dgm:pt modelId="{99EEB93F-3194-4A62-93F1-1A6EAA234147}" type="pres">
      <dgm:prSet presAssocID="{1CE024E1-A461-4DAE-B9D1-48EAD66AE3EA}" presName="spaceRect" presStyleCnt="0"/>
      <dgm:spPr/>
    </dgm:pt>
    <dgm:pt modelId="{68701191-16E3-463A-8C06-85D286EAC01B}" type="pres">
      <dgm:prSet presAssocID="{1CE024E1-A461-4DAE-B9D1-48EAD66AE3EA}" presName="parTx" presStyleLbl="revTx" presStyleIdx="4" presStyleCnt="8">
        <dgm:presLayoutVars>
          <dgm:chMax val="0"/>
          <dgm:chPref val="0"/>
        </dgm:presLayoutVars>
      </dgm:prSet>
      <dgm:spPr/>
    </dgm:pt>
    <dgm:pt modelId="{6002A21D-6464-4C50-8662-708E62F21C89}" type="pres">
      <dgm:prSet presAssocID="{1CE024E1-A461-4DAE-B9D1-48EAD66AE3EA}" presName="desTx" presStyleLbl="revTx" presStyleIdx="5" presStyleCnt="8">
        <dgm:presLayoutVars/>
      </dgm:prSet>
      <dgm:spPr/>
    </dgm:pt>
    <dgm:pt modelId="{362ABC33-7AD0-4721-A922-A7D9EC25E84A}" type="pres">
      <dgm:prSet presAssocID="{A08B2367-5190-4AB1-B04D-8501A2A43959}" presName="sibTrans" presStyleCnt="0"/>
      <dgm:spPr/>
    </dgm:pt>
    <dgm:pt modelId="{439E7743-48C6-4895-B71E-7FC027FA745E}" type="pres">
      <dgm:prSet presAssocID="{A194EEB9-3B6B-4CA2-8B85-03E42D1B1329}" presName="compNode" presStyleCnt="0"/>
      <dgm:spPr/>
    </dgm:pt>
    <dgm:pt modelId="{93340FAB-CD46-4B67-A40F-487309205F4F}" type="pres">
      <dgm:prSet presAssocID="{A194EEB9-3B6B-4CA2-8B85-03E42D1B1329}" presName="bgRect" presStyleLbl="bgShp" presStyleIdx="3" presStyleCnt="4"/>
      <dgm:spPr/>
    </dgm:pt>
    <dgm:pt modelId="{5CBA9706-C58F-4874-A583-4BD0C5A5E057}" type="pres">
      <dgm:prSet presAssocID="{A194EEB9-3B6B-4CA2-8B85-03E42D1B1329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E284FEF2-607F-4BAE-8AA3-E24C8429E92B}" type="pres">
      <dgm:prSet presAssocID="{A194EEB9-3B6B-4CA2-8B85-03E42D1B1329}" presName="spaceRect" presStyleCnt="0"/>
      <dgm:spPr/>
    </dgm:pt>
    <dgm:pt modelId="{0AB7E711-C320-43A6-BE9A-575096E9FB5F}" type="pres">
      <dgm:prSet presAssocID="{A194EEB9-3B6B-4CA2-8B85-03E42D1B1329}" presName="parTx" presStyleLbl="revTx" presStyleIdx="6" presStyleCnt="8">
        <dgm:presLayoutVars>
          <dgm:chMax val="0"/>
          <dgm:chPref val="0"/>
        </dgm:presLayoutVars>
      </dgm:prSet>
      <dgm:spPr/>
    </dgm:pt>
    <dgm:pt modelId="{EC89AAC5-793C-43F2-B1CE-9ABE9F733D71}" type="pres">
      <dgm:prSet presAssocID="{A194EEB9-3B6B-4CA2-8B85-03E42D1B1329}" presName="desTx" presStyleLbl="revTx" presStyleIdx="7" presStyleCnt="8">
        <dgm:presLayoutVars/>
      </dgm:prSet>
      <dgm:spPr/>
    </dgm:pt>
  </dgm:ptLst>
  <dgm:cxnLst>
    <dgm:cxn modelId="{D360CE09-0ED7-48D6-A44B-007964380B31}" type="presOf" srcId="{2FD0F160-B0C4-4783-B16B-02B2D604CD0A}" destId="{8955E3EE-E4A9-4DAE-BF53-83D4277E18E3}" srcOrd="0" destOrd="0" presId="urn:microsoft.com/office/officeart/2018/2/layout/IconVerticalSolidList"/>
    <dgm:cxn modelId="{6CE98511-DDE6-4364-B69F-F7D8F35BC4EF}" srcId="{2FD0F160-B0C4-4783-B16B-02B2D604CD0A}" destId="{1ED61D4C-EF2F-42DC-A405-F50156B3957D}" srcOrd="1" destOrd="0" parTransId="{14371DD4-4507-4C69-9032-62C000C88808}" sibTransId="{7BBD1AA6-4DEF-41FE-AEFB-E26F79ADFA76}"/>
    <dgm:cxn modelId="{1F6AAE14-A774-4356-AA20-240FDA0AAA07}" srcId="{A194EEB9-3B6B-4CA2-8B85-03E42D1B1329}" destId="{5AF0D36B-443E-47D0-858D-C45639C1F347}" srcOrd="2" destOrd="0" parTransId="{F167A34F-E46F-4ADB-AF8A-3622EE18CE7D}" sibTransId="{B4C6FD0C-3A6F-40C7-9F6C-8259C80F7129}"/>
    <dgm:cxn modelId="{FEE5AB25-83EF-4E59-95A1-6662D3C58894}" srcId="{A194EEB9-3B6B-4CA2-8B85-03E42D1B1329}" destId="{BF6DCCC6-F006-4736-AA6C-0D253A8C4942}" srcOrd="0" destOrd="0" parTransId="{55191F42-9F28-451A-A058-D51E7C98BD45}" sibTransId="{F67117DF-B3EC-4FD3-9D4D-F6C23EE83367}"/>
    <dgm:cxn modelId="{860B4E31-648D-4539-8D7B-7CFA719DD9E8}" type="presOf" srcId="{86402E9C-DD93-49A9-8B44-EFCC860C55A3}" destId="{7664CA73-9F69-4CE3-B43D-88F6D9B77826}" srcOrd="0" destOrd="0" presId="urn:microsoft.com/office/officeart/2018/2/layout/IconVerticalSolidList"/>
    <dgm:cxn modelId="{5B222032-CB6E-4DE0-AAB4-E8AF2178E73A}" srcId="{2FD0F160-B0C4-4783-B16B-02B2D604CD0A}" destId="{E5C0CD26-6372-4C48-9B71-1DB6D5DC4455}" srcOrd="0" destOrd="0" parTransId="{5C457E2F-BECB-4F36-A13A-C8A92F4D6FBC}" sibTransId="{D1645895-2B05-42D8-B6F7-557937B214F1}"/>
    <dgm:cxn modelId="{AFF1DB3D-D76C-4E82-8FFB-CA731FC14289}" srcId="{1CE024E1-A461-4DAE-B9D1-48EAD66AE3EA}" destId="{64BFDE1C-AA5C-4F89-A638-AA6D8C5C3FCA}" srcOrd="0" destOrd="0" parTransId="{1B4D31B0-AF8F-4858-AAE5-2DF963C99FB5}" sibTransId="{1C38BE0A-5B91-489B-B1CD-9B81DF3D25B6}"/>
    <dgm:cxn modelId="{A1439D3E-9871-4A30-8229-8FAE7A4E7950}" type="presOf" srcId="{FAC84F7C-23B0-4C85-B46E-AE52375B0668}" destId="{312CC311-335A-4753-BF82-5FFE25F5F43E}" srcOrd="0" destOrd="0" presId="urn:microsoft.com/office/officeart/2018/2/layout/IconVerticalSolidList"/>
    <dgm:cxn modelId="{E8DEA65D-3483-4C4C-85BD-E9723694C68A}" type="presOf" srcId="{1ED61D4C-EF2F-42DC-A405-F50156B3957D}" destId="{6C6BA525-4765-46FB-A820-A44C100E407E}" srcOrd="0" destOrd="1" presId="urn:microsoft.com/office/officeart/2018/2/layout/IconVerticalSolidList"/>
    <dgm:cxn modelId="{95B14767-7DE3-4EF1-BE3B-850BC3FB9277}" type="presOf" srcId="{F1B1737A-8831-484E-9BB3-95DED0D9341E}" destId="{7664CA73-9F69-4CE3-B43D-88F6D9B77826}" srcOrd="0" destOrd="1" presId="urn:microsoft.com/office/officeart/2018/2/layout/IconVerticalSolidList"/>
    <dgm:cxn modelId="{AA4F1D6B-83E2-45F0-A33E-73755DF6CABB}" srcId="{FAC84F7C-23B0-4C85-B46E-AE52375B0668}" destId="{A194EEB9-3B6B-4CA2-8B85-03E42D1B1329}" srcOrd="3" destOrd="0" parTransId="{65A1DE68-3BA6-4B71-9E79-C6BF1C5597BC}" sibTransId="{4BCB8666-F41B-4FA6-8D63-4AFE2E12E59E}"/>
    <dgm:cxn modelId="{3DEAC36B-0BC0-4410-80FE-EAA1DB3B5D35}" srcId="{FAC84F7C-23B0-4C85-B46E-AE52375B0668}" destId="{62E6D49E-C7E7-4F2F-ABAF-0CBAB942E91D}" srcOrd="1" destOrd="0" parTransId="{1C9DFC9D-275D-4528-99E2-50C53573EA78}" sibTransId="{99620948-58D0-4789-8D47-7E9C8B4C0361}"/>
    <dgm:cxn modelId="{9483776C-96F5-4FFA-B5AD-E0F8C5C0CAED}" type="presOf" srcId="{5AF0D36B-443E-47D0-858D-C45639C1F347}" destId="{EC89AAC5-793C-43F2-B1CE-9ABE9F733D71}" srcOrd="0" destOrd="2" presId="urn:microsoft.com/office/officeart/2018/2/layout/IconVerticalSolidList"/>
    <dgm:cxn modelId="{8C04F44C-176C-4659-8E18-C0025E631CB8}" srcId="{1CE024E1-A461-4DAE-B9D1-48EAD66AE3EA}" destId="{564B6C10-2C11-402F-B36F-07FA43D602AA}" srcOrd="1" destOrd="0" parTransId="{3BB1784C-FD06-4F77-B796-6D079D4DA029}" sibTransId="{7E630671-F00E-45D5-864F-1CA998F43D9A}"/>
    <dgm:cxn modelId="{0F79D077-DD23-44B9-8EB4-774A7CB93AA8}" type="presOf" srcId="{1CE024E1-A461-4DAE-B9D1-48EAD66AE3EA}" destId="{68701191-16E3-463A-8C06-85D286EAC01B}" srcOrd="0" destOrd="0" presId="urn:microsoft.com/office/officeart/2018/2/layout/IconVerticalSolidList"/>
    <dgm:cxn modelId="{808C0494-0D37-49E6-8E46-5960A64ACD24}" type="presOf" srcId="{64BFDE1C-AA5C-4F89-A638-AA6D8C5C3FCA}" destId="{6002A21D-6464-4C50-8662-708E62F21C89}" srcOrd="0" destOrd="0" presId="urn:microsoft.com/office/officeart/2018/2/layout/IconVerticalSolidList"/>
    <dgm:cxn modelId="{80CFE798-C828-42A4-94A9-C8BE2A56F98B}" type="presOf" srcId="{BF6DCCC6-F006-4736-AA6C-0D253A8C4942}" destId="{EC89AAC5-793C-43F2-B1CE-9ABE9F733D71}" srcOrd="0" destOrd="0" presId="urn:microsoft.com/office/officeart/2018/2/layout/IconVerticalSolidList"/>
    <dgm:cxn modelId="{DFAAFCB5-6DE6-444C-A8BD-784EE9999AF3}" srcId="{FAC84F7C-23B0-4C85-B46E-AE52375B0668}" destId="{2FD0F160-B0C4-4783-B16B-02B2D604CD0A}" srcOrd="0" destOrd="0" parTransId="{C0A555E6-6A40-4212-A4FE-9DC98F36CEBC}" sibTransId="{70AAB10A-D241-4C5C-8A62-1A6C6A73F4AA}"/>
    <dgm:cxn modelId="{6F7C54B8-8AC6-4A5A-A8BC-45C5597B26AC}" srcId="{A194EEB9-3B6B-4CA2-8B85-03E42D1B1329}" destId="{F12DD246-BA51-4120-8254-366D00771C11}" srcOrd="1" destOrd="0" parTransId="{6F2B2894-EBB0-479B-A331-7CB07A9F4134}" sibTransId="{EAE3F7E7-8FE6-4890-8125-C89DCFA331D9}"/>
    <dgm:cxn modelId="{7277E3BA-B66F-40E7-946D-7F79030B078B}" type="presOf" srcId="{A194EEB9-3B6B-4CA2-8B85-03E42D1B1329}" destId="{0AB7E711-C320-43A6-BE9A-575096E9FB5F}" srcOrd="0" destOrd="0" presId="urn:microsoft.com/office/officeart/2018/2/layout/IconVerticalSolidList"/>
    <dgm:cxn modelId="{445356BD-AAD9-4806-8F28-8357C00101E2}" type="presOf" srcId="{62E6D49E-C7E7-4F2F-ABAF-0CBAB942E91D}" destId="{D80795C8-38C8-4D04-88EB-CAC8AE4357A7}" srcOrd="0" destOrd="0" presId="urn:microsoft.com/office/officeart/2018/2/layout/IconVerticalSolidList"/>
    <dgm:cxn modelId="{CA75ADC3-AF7B-4697-B315-49B645AB1A49}" type="presOf" srcId="{F12DD246-BA51-4120-8254-366D00771C11}" destId="{EC89AAC5-793C-43F2-B1CE-9ABE9F733D71}" srcOrd="0" destOrd="1" presId="urn:microsoft.com/office/officeart/2018/2/layout/IconVerticalSolidList"/>
    <dgm:cxn modelId="{1FE997C7-05CF-4B15-83B0-4710770FD8C9}" type="presOf" srcId="{564B6C10-2C11-402F-B36F-07FA43D602AA}" destId="{6002A21D-6464-4C50-8662-708E62F21C89}" srcOrd="0" destOrd="1" presId="urn:microsoft.com/office/officeart/2018/2/layout/IconVerticalSolidList"/>
    <dgm:cxn modelId="{635580E3-9B28-4687-B890-5A43248BD1B3}" srcId="{62E6D49E-C7E7-4F2F-ABAF-0CBAB942E91D}" destId="{F1B1737A-8831-484E-9BB3-95DED0D9341E}" srcOrd="1" destOrd="0" parTransId="{FACD2525-8A35-4B03-8238-9D8D6A6802F1}" sibTransId="{B914FD78-70D0-4EBF-8733-A0F9581C85DB}"/>
    <dgm:cxn modelId="{A9D9DDF2-4CFA-4069-8D26-167E11711119}" type="presOf" srcId="{E5C0CD26-6372-4C48-9B71-1DB6D5DC4455}" destId="{6C6BA525-4765-46FB-A820-A44C100E407E}" srcOrd="0" destOrd="0" presId="urn:microsoft.com/office/officeart/2018/2/layout/IconVerticalSolidList"/>
    <dgm:cxn modelId="{64EE0DF4-92FB-4488-AFA8-0DD7F1347513}" srcId="{FAC84F7C-23B0-4C85-B46E-AE52375B0668}" destId="{1CE024E1-A461-4DAE-B9D1-48EAD66AE3EA}" srcOrd="2" destOrd="0" parTransId="{BC4A1B73-9188-4980-8609-783D7D30159E}" sibTransId="{A08B2367-5190-4AB1-B04D-8501A2A43959}"/>
    <dgm:cxn modelId="{825BEBF9-95F8-4500-8248-9E52CC3660C7}" srcId="{62E6D49E-C7E7-4F2F-ABAF-0CBAB942E91D}" destId="{86402E9C-DD93-49A9-8B44-EFCC860C55A3}" srcOrd="0" destOrd="0" parTransId="{35A93FB2-1C95-4A01-89D3-5608B43F4F43}" sibTransId="{1C72A0A1-949F-4FC7-8753-389539D4BB9C}"/>
    <dgm:cxn modelId="{B3FDC7A5-9076-46B1-A139-002C315D0992}" type="presParOf" srcId="{312CC311-335A-4753-BF82-5FFE25F5F43E}" destId="{E473D3C6-8604-4FB5-B6B2-866A511AF7D4}" srcOrd="0" destOrd="0" presId="urn:microsoft.com/office/officeart/2018/2/layout/IconVerticalSolidList"/>
    <dgm:cxn modelId="{D3E2B039-B89F-4AFB-9EEC-D54520250609}" type="presParOf" srcId="{E473D3C6-8604-4FB5-B6B2-866A511AF7D4}" destId="{3629B672-028F-4846-BB69-1092D95560E2}" srcOrd="0" destOrd="0" presId="urn:microsoft.com/office/officeart/2018/2/layout/IconVerticalSolidList"/>
    <dgm:cxn modelId="{EF0BA4F3-AF9D-4E18-A0CE-0D8BD07ECD89}" type="presParOf" srcId="{E473D3C6-8604-4FB5-B6B2-866A511AF7D4}" destId="{41AFB374-F8A6-4ABE-8777-179D3953DE16}" srcOrd="1" destOrd="0" presId="urn:microsoft.com/office/officeart/2018/2/layout/IconVerticalSolidList"/>
    <dgm:cxn modelId="{90931450-27BA-439B-8ABB-8DE3F989D3F2}" type="presParOf" srcId="{E473D3C6-8604-4FB5-B6B2-866A511AF7D4}" destId="{B3C9D018-4563-40BB-BB4E-19076927FD3A}" srcOrd="2" destOrd="0" presId="urn:microsoft.com/office/officeart/2018/2/layout/IconVerticalSolidList"/>
    <dgm:cxn modelId="{F4D88983-2405-4275-BEAF-5313ED5D80A8}" type="presParOf" srcId="{E473D3C6-8604-4FB5-B6B2-866A511AF7D4}" destId="{8955E3EE-E4A9-4DAE-BF53-83D4277E18E3}" srcOrd="3" destOrd="0" presId="urn:microsoft.com/office/officeart/2018/2/layout/IconVerticalSolidList"/>
    <dgm:cxn modelId="{35505774-F59F-4383-B2A8-CE5D3F97167B}" type="presParOf" srcId="{E473D3C6-8604-4FB5-B6B2-866A511AF7D4}" destId="{6C6BA525-4765-46FB-A820-A44C100E407E}" srcOrd="4" destOrd="0" presId="urn:microsoft.com/office/officeart/2018/2/layout/IconVerticalSolidList"/>
    <dgm:cxn modelId="{00DABA3B-1135-4FE3-8813-D88918EF4A3C}" type="presParOf" srcId="{312CC311-335A-4753-BF82-5FFE25F5F43E}" destId="{8C1BA750-F85C-4913-A678-57D77CBC29E2}" srcOrd="1" destOrd="0" presId="urn:microsoft.com/office/officeart/2018/2/layout/IconVerticalSolidList"/>
    <dgm:cxn modelId="{132CF198-FDF1-4B5C-8F2D-404FC7C035B8}" type="presParOf" srcId="{312CC311-335A-4753-BF82-5FFE25F5F43E}" destId="{9A453D3A-CF92-43D8-8D66-F45CFB42241B}" srcOrd="2" destOrd="0" presId="urn:microsoft.com/office/officeart/2018/2/layout/IconVerticalSolidList"/>
    <dgm:cxn modelId="{A0F30F78-12B8-492C-98B7-08DCE75DACD8}" type="presParOf" srcId="{9A453D3A-CF92-43D8-8D66-F45CFB42241B}" destId="{63993B81-DA16-4B71-9981-AB053BA16B51}" srcOrd="0" destOrd="0" presId="urn:microsoft.com/office/officeart/2018/2/layout/IconVerticalSolidList"/>
    <dgm:cxn modelId="{144AB5B7-98A0-4079-A842-799379E1A28B}" type="presParOf" srcId="{9A453D3A-CF92-43D8-8D66-F45CFB42241B}" destId="{C31FB117-36F0-496C-81CF-714D6230BDC4}" srcOrd="1" destOrd="0" presId="urn:microsoft.com/office/officeart/2018/2/layout/IconVerticalSolidList"/>
    <dgm:cxn modelId="{63752484-4307-42B0-84AE-90FA2709F0B7}" type="presParOf" srcId="{9A453D3A-CF92-43D8-8D66-F45CFB42241B}" destId="{EE1B22C2-F276-4A4C-B48B-0764DB3EE387}" srcOrd="2" destOrd="0" presId="urn:microsoft.com/office/officeart/2018/2/layout/IconVerticalSolidList"/>
    <dgm:cxn modelId="{C2372DBC-3F2A-4D87-9DAF-395F04DE8206}" type="presParOf" srcId="{9A453D3A-CF92-43D8-8D66-F45CFB42241B}" destId="{D80795C8-38C8-4D04-88EB-CAC8AE4357A7}" srcOrd="3" destOrd="0" presId="urn:microsoft.com/office/officeart/2018/2/layout/IconVerticalSolidList"/>
    <dgm:cxn modelId="{020E5368-DCB8-4CA6-A5B0-1546EB8ED286}" type="presParOf" srcId="{9A453D3A-CF92-43D8-8D66-F45CFB42241B}" destId="{7664CA73-9F69-4CE3-B43D-88F6D9B77826}" srcOrd="4" destOrd="0" presId="urn:microsoft.com/office/officeart/2018/2/layout/IconVerticalSolidList"/>
    <dgm:cxn modelId="{C37F58EA-75E0-4628-9591-4C525E38C257}" type="presParOf" srcId="{312CC311-335A-4753-BF82-5FFE25F5F43E}" destId="{1DB072AB-F11C-4A6B-8D08-A58EC17EB9F1}" srcOrd="3" destOrd="0" presId="urn:microsoft.com/office/officeart/2018/2/layout/IconVerticalSolidList"/>
    <dgm:cxn modelId="{8C2E0C1C-8366-4D8A-918D-CEAA81E987E5}" type="presParOf" srcId="{312CC311-335A-4753-BF82-5FFE25F5F43E}" destId="{6733AD83-389A-48EC-A0B4-A6BBD2E0C4B4}" srcOrd="4" destOrd="0" presId="urn:microsoft.com/office/officeart/2018/2/layout/IconVerticalSolidList"/>
    <dgm:cxn modelId="{243E895C-07E6-4B00-92F6-2612FBC61D67}" type="presParOf" srcId="{6733AD83-389A-48EC-A0B4-A6BBD2E0C4B4}" destId="{B6EE9F72-5A5A-46EA-8F6F-939DEB4D6EDF}" srcOrd="0" destOrd="0" presId="urn:microsoft.com/office/officeart/2018/2/layout/IconVerticalSolidList"/>
    <dgm:cxn modelId="{E6994049-7CD9-4D63-BEEB-80831DCFD14C}" type="presParOf" srcId="{6733AD83-389A-48EC-A0B4-A6BBD2E0C4B4}" destId="{A6E20233-3240-405C-B681-E473DADDFC54}" srcOrd="1" destOrd="0" presId="urn:microsoft.com/office/officeart/2018/2/layout/IconVerticalSolidList"/>
    <dgm:cxn modelId="{870ABAA7-AE76-44B7-B144-FE85FD88A333}" type="presParOf" srcId="{6733AD83-389A-48EC-A0B4-A6BBD2E0C4B4}" destId="{99EEB93F-3194-4A62-93F1-1A6EAA234147}" srcOrd="2" destOrd="0" presId="urn:microsoft.com/office/officeart/2018/2/layout/IconVerticalSolidList"/>
    <dgm:cxn modelId="{3685E305-2A4E-42B9-A195-21D817504538}" type="presParOf" srcId="{6733AD83-389A-48EC-A0B4-A6BBD2E0C4B4}" destId="{68701191-16E3-463A-8C06-85D286EAC01B}" srcOrd="3" destOrd="0" presId="urn:microsoft.com/office/officeart/2018/2/layout/IconVerticalSolidList"/>
    <dgm:cxn modelId="{1A99B971-EA95-463A-A5D7-6176BCB908DC}" type="presParOf" srcId="{6733AD83-389A-48EC-A0B4-A6BBD2E0C4B4}" destId="{6002A21D-6464-4C50-8662-708E62F21C89}" srcOrd="4" destOrd="0" presId="urn:microsoft.com/office/officeart/2018/2/layout/IconVerticalSolidList"/>
    <dgm:cxn modelId="{E09CB1CA-48A0-45C4-8297-10E70D633428}" type="presParOf" srcId="{312CC311-335A-4753-BF82-5FFE25F5F43E}" destId="{362ABC33-7AD0-4721-A922-A7D9EC25E84A}" srcOrd="5" destOrd="0" presId="urn:microsoft.com/office/officeart/2018/2/layout/IconVerticalSolidList"/>
    <dgm:cxn modelId="{0C8E2A19-E69A-47FF-BED7-D47378BCA842}" type="presParOf" srcId="{312CC311-335A-4753-BF82-5FFE25F5F43E}" destId="{439E7743-48C6-4895-B71E-7FC027FA745E}" srcOrd="6" destOrd="0" presId="urn:microsoft.com/office/officeart/2018/2/layout/IconVerticalSolidList"/>
    <dgm:cxn modelId="{A395F667-A26E-47AF-A3BD-FC227398A858}" type="presParOf" srcId="{439E7743-48C6-4895-B71E-7FC027FA745E}" destId="{93340FAB-CD46-4B67-A40F-487309205F4F}" srcOrd="0" destOrd="0" presId="urn:microsoft.com/office/officeart/2018/2/layout/IconVerticalSolidList"/>
    <dgm:cxn modelId="{2D9C5B33-2C26-45FC-8DB6-BC6550929E88}" type="presParOf" srcId="{439E7743-48C6-4895-B71E-7FC027FA745E}" destId="{5CBA9706-C58F-4874-A583-4BD0C5A5E057}" srcOrd="1" destOrd="0" presId="urn:microsoft.com/office/officeart/2018/2/layout/IconVerticalSolidList"/>
    <dgm:cxn modelId="{BE3D3C4C-60B0-413E-A528-D62A4F831EFF}" type="presParOf" srcId="{439E7743-48C6-4895-B71E-7FC027FA745E}" destId="{E284FEF2-607F-4BAE-8AA3-E24C8429E92B}" srcOrd="2" destOrd="0" presId="urn:microsoft.com/office/officeart/2018/2/layout/IconVerticalSolidList"/>
    <dgm:cxn modelId="{341A7B7D-4A06-4694-BD29-63B3CD37A9D0}" type="presParOf" srcId="{439E7743-48C6-4895-B71E-7FC027FA745E}" destId="{0AB7E711-C320-43A6-BE9A-575096E9FB5F}" srcOrd="3" destOrd="0" presId="urn:microsoft.com/office/officeart/2018/2/layout/IconVerticalSolidList"/>
    <dgm:cxn modelId="{D9E7B5C7-23CA-4814-8B66-C1D8035B4272}" type="presParOf" srcId="{439E7743-48C6-4895-B71E-7FC027FA745E}" destId="{EC89AAC5-793C-43F2-B1CE-9ABE9F733D71}" srcOrd="4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715EAD4B-57B9-4D20-9CFB-12E6F770DD80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accent0_3" csCatId="mainScheme" phldr="1"/>
      <dgm:spPr/>
      <dgm:t>
        <a:bodyPr/>
        <a:lstStyle/>
        <a:p>
          <a:endParaRPr lang="en-US"/>
        </a:p>
      </dgm:t>
    </dgm:pt>
    <dgm:pt modelId="{12275A24-37F4-4FE3-AB15-10F774B7EECA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b="1" i="0"/>
            <a:t>Important Directories</a:t>
          </a:r>
          <a:endParaRPr lang="en-US"/>
        </a:p>
      </dgm:t>
    </dgm:pt>
    <dgm:pt modelId="{3B6831B4-ABF1-4E86-82D9-1C6861175351}" type="parTrans" cxnId="{0282FEFD-45B4-4294-A198-C638D90A48D1}">
      <dgm:prSet/>
      <dgm:spPr/>
      <dgm:t>
        <a:bodyPr/>
        <a:lstStyle/>
        <a:p>
          <a:endParaRPr lang="en-US"/>
        </a:p>
      </dgm:t>
    </dgm:pt>
    <dgm:pt modelId="{89D6EB5C-3348-457A-AF54-894165B55A39}" type="sibTrans" cxnId="{0282FEFD-45B4-4294-A198-C638D90A48D1}">
      <dgm:prSet/>
      <dgm:spPr/>
      <dgm:t>
        <a:bodyPr/>
        <a:lstStyle/>
        <a:p>
          <a:endParaRPr lang="en-US"/>
        </a:p>
      </dgm:t>
    </dgm:pt>
    <dgm:pt modelId="{CE6F9560-72CB-43B6-9D6D-BBFCB0EF107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/>
            <a:t>- /etc - Configuration files</a:t>
          </a:r>
          <a:endParaRPr lang="en-US"/>
        </a:p>
      </dgm:t>
    </dgm:pt>
    <dgm:pt modelId="{AB57E912-5191-443C-9F6B-1A1D8376C43F}" type="parTrans" cxnId="{DDE4A765-38A5-4650-A3CD-ACBB87D7E7E6}">
      <dgm:prSet/>
      <dgm:spPr/>
      <dgm:t>
        <a:bodyPr/>
        <a:lstStyle/>
        <a:p>
          <a:endParaRPr lang="en-US"/>
        </a:p>
      </dgm:t>
    </dgm:pt>
    <dgm:pt modelId="{11570411-43F3-4A78-8FE1-4CA81BEC8C11}" type="sibTrans" cxnId="{DDE4A765-38A5-4650-A3CD-ACBB87D7E7E6}">
      <dgm:prSet/>
      <dgm:spPr/>
      <dgm:t>
        <a:bodyPr/>
        <a:lstStyle/>
        <a:p>
          <a:endParaRPr lang="en-US"/>
        </a:p>
      </dgm:t>
    </dgm:pt>
    <dgm:pt modelId="{87F6150C-9E51-4E1A-986A-270CF475AD4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/>
            <a:t>- /var - Logs &amp; temp data</a:t>
          </a:r>
          <a:endParaRPr lang="en-US"/>
        </a:p>
      </dgm:t>
    </dgm:pt>
    <dgm:pt modelId="{E97FA5FC-F4BA-4BDB-A5D9-C479FC30F701}" type="parTrans" cxnId="{649A2E7B-3567-44A0-A71C-313DD2FAA9BC}">
      <dgm:prSet/>
      <dgm:spPr/>
      <dgm:t>
        <a:bodyPr/>
        <a:lstStyle/>
        <a:p>
          <a:endParaRPr lang="en-US"/>
        </a:p>
      </dgm:t>
    </dgm:pt>
    <dgm:pt modelId="{5AFDA564-D347-4CC4-B70F-66A4370429D2}" type="sibTrans" cxnId="{649A2E7B-3567-44A0-A71C-313DD2FAA9BC}">
      <dgm:prSet/>
      <dgm:spPr/>
      <dgm:t>
        <a:bodyPr/>
        <a:lstStyle/>
        <a:p>
          <a:endParaRPr lang="en-US"/>
        </a:p>
      </dgm:t>
    </dgm:pt>
    <dgm:pt modelId="{0ED80364-34AA-4864-AE3C-834DAFCCA90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/>
            <a:t>- /home - User directories</a:t>
          </a:r>
          <a:endParaRPr lang="en-US"/>
        </a:p>
      </dgm:t>
    </dgm:pt>
    <dgm:pt modelId="{F7C2E483-C5FA-4BE7-AD18-2B5DAA54FE79}" type="parTrans" cxnId="{28D95BA8-E696-4647-A79C-38E55CDC7461}">
      <dgm:prSet/>
      <dgm:spPr/>
      <dgm:t>
        <a:bodyPr/>
        <a:lstStyle/>
        <a:p>
          <a:endParaRPr lang="en-US"/>
        </a:p>
      </dgm:t>
    </dgm:pt>
    <dgm:pt modelId="{336B50C1-F8B8-4703-A036-166437B8CB99}" type="sibTrans" cxnId="{28D95BA8-E696-4647-A79C-38E55CDC7461}">
      <dgm:prSet/>
      <dgm:spPr/>
      <dgm:t>
        <a:bodyPr/>
        <a:lstStyle/>
        <a:p>
          <a:endParaRPr lang="en-US"/>
        </a:p>
      </dgm:t>
    </dgm:pt>
    <dgm:pt modelId="{67F4E549-4DD9-4305-AAB0-83FE8C6B8F8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/>
            <a:t>- /tmp - Temporary files</a:t>
          </a:r>
          <a:endParaRPr lang="en-US"/>
        </a:p>
      </dgm:t>
    </dgm:pt>
    <dgm:pt modelId="{482E39B6-1559-4782-AF49-94876516B0D7}" type="parTrans" cxnId="{3C0CB651-4A1F-409A-AA09-BA3EC8091E29}">
      <dgm:prSet/>
      <dgm:spPr/>
      <dgm:t>
        <a:bodyPr/>
        <a:lstStyle/>
        <a:p>
          <a:endParaRPr lang="en-US"/>
        </a:p>
      </dgm:t>
    </dgm:pt>
    <dgm:pt modelId="{730C5F63-C6BC-4494-80A4-29C308EE75F9}" type="sibTrans" cxnId="{3C0CB651-4A1F-409A-AA09-BA3EC8091E29}">
      <dgm:prSet/>
      <dgm:spPr/>
      <dgm:t>
        <a:bodyPr/>
        <a:lstStyle/>
        <a:p>
          <a:endParaRPr lang="en-US"/>
        </a:p>
      </dgm:t>
    </dgm:pt>
    <dgm:pt modelId="{B79099D5-4B99-4E8B-8A57-CB154F32A13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/>
            <a:t>- /usr - Installed software</a:t>
          </a:r>
          <a:endParaRPr lang="en-US"/>
        </a:p>
      </dgm:t>
    </dgm:pt>
    <dgm:pt modelId="{F3F8143D-4C22-4542-9948-18CD4642AA68}" type="parTrans" cxnId="{0F50B5C4-450C-4440-BAAD-1D3A53B76DED}">
      <dgm:prSet/>
      <dgm:spPr/>
      <dgm:t>
        <a:bodyPr/>
        <a:lstStyle/>
        <a:p>
          <a:endParaRPr lang="en-US"/>
        </a:p>
      </dgm:t>
    </dgm:pt>
    <dgm:pt modelId="{1F7DD324-D793-4924-9E3C-41BEC2FBC88F}" type="sibTrans" cxnId="{0F50B5C4-450C-4440-BAAD-1D3A53B76DED}">
      <dgm:prSet/>
      <dgm:spPr/>
      <dgm:t>
        <a:bodyPr/>
        <a:lstStyle/>
        <a:p>
          <a:endParaRPr lang="en-US"/>
        </a:p>
      </dgm:t>
    </dgm:pt>
    <dgm:pt modelId="{6ACE1D9D-BC4D-4061-8F40-CF156B236A2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/>
            <a:t>- /opt - Optional software</a:t>
          </a:r>
          <a:endParaRPr lang="en-US"/>
        </a:p>
      </dgm:t>
    </dgm:pt>
    <dgm:pt modelId="{20D289E1-1F1D-4D6D-BC72-B0FAF4423BEB}" type="parTrans" cxnId="{8BF6FF17-39ED-4663-88A5-B29E9E0625BD}">
      <dgm:prSet/>
      <dgm:spPr/>
      <dgm:t>
        <a:bodyPr/>
        <a:lstStyle/>
        <a:p>
          <a:endParaRPr lang="en-US"/>
        </a:p>
      </dgm:t>
    </dgm:pt>
    <dgm:pt modelId="{6698C19E-002F-44E6-B2A3-976B55BE14D4}" type="sibTrans" cxnId="{8BF6FF17-39ED-4663-88A5-B29E9E0625BD}">
      <dgm:prSet/>
      <dgm:spPr/>
      <dgm:t>
        <a:bodyPr/>
        <a:lstStyle/>
        <a:p>
          <a:endParaRPr lang="en-US"/>
        </a:p>
      </dgm:t>
    </dgm:pt>
    <dgm:pt modelId="{E4B8A958-3B01-4457-A92B-A04DBFFE47D7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b="1" i="0"/>
            <a:t>Mounting &amp; Unmounting</a:t>
          </a:r>
          <a:endParaRPr lang="en-US"/>
        </a:p>
      </dgm:t>
    </dgm:pt>
    <dgm:pt modelId="{32FC2027-CBAA-42E6-80FF-DF5505882ECA}" type="parTrans" cxnId="{C47D1452-E8E9-447D-9B87-2D2E8F8F5F94}">
      <dgm:prSet/>
      <dgm:spPr/>
      <dgm:t>
        <a:bodyPr/>
        <a:lstStyle/>
        <a:p>
          <a:endParaRPr lang="en-US"/>
        </a:p>
      </dgm:t>
    </dgm:pt>
    <dgm:pt modelId="{10EA71AD-0AD7-43AC-8937-4D14BB8E0FB1}" type="sibTrans" cxnId="{C47D1452-E8E9-447D-9B87-2D2E8F8F5F94}">
      <dgm:prSet/>
      <dgm:spPr/>
      <dgm:t>
        <a:bodyPr/>
        <a:lstStyle/>
        <a:p>
          <a:endParaRPr lang="en-US"/>
        </a:p>
      </dgm:t>
    </dgm:pt>
    <dgm:pt modelId="{B4EBB5CA-D5F6-44B0-B980-B42437F42F7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/>
            <a:t>- mount /dev/sdb1 /mnt - Mount disk</a:t>
          </a:r>
          <a:endParaRPr lang="en-US"/>
        </a:p>
      </dgm:t>
    </dgm:pt>
    <dgm:pt modelId="{CE0FDF83-F57C-419D-B073-06228774B890}" type="parTrans" cxnId="{153979DA-AEC3-4371-A76F-6AC80FAF5B61}">
      <dgm:prSet/>
      <dgm:spPr/>
      <dgm:t>
        <a:bodyPr/>
        <a:lstStyle/>
        <a:p>
          <a:endParaRPr lang="en-US"/>
        </a:p>
      </dgm:t>
    </dgm:pt>
    <dgm:pt modelId="{169C436E-22F2-4444-A53A-FD0AD478D524}" type="sibTrans" cxnId="{153979DA-AEC3-4371-A76F-6AC80FAF5B61}">
      <dgm:prSet/>
      <dgm:spPr/>
      <dgm:t>
        <a:bodyPr/>
        <a:lstStyle/>
        <a:p>
          <a:endParaRPr lang="en-US"/>
        </a:p>
      </dgm:t>
    </dgm:pt>
    <dgm:pt modelId="{CCDC4265-D3D5-4DCE-880E-331AC49B0DF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/>
            <a:t>- umount /mnt - Unmount disk</a:t>
          </a:r>
          <a:endParaRPr lang="en-US"/>
        </a:p>
      </dgm:t>
    </dgm:pt>
    <dgm:pt modelId="{CB654286-7A3A-457C-9047-8C2CF8BF7168}" type="parTrans" cxnId="{6CEB3586-104C-41AC-8989-673A7175C546}">
      <dgm:prSet/>
      <dgm:spPr/>
      <dgm:t>
        <a:bodyPr/>
        <a:lstStyle/>
        <a:p>
          <a:endParaRPr lang="en-US"/>
        </a:p>
      </dgm:t>
    </dgm:pt>
    <dgm:pt modelId="{74970ED6-22C0-4B0F-87A8-163C929F75AD}" type="sibTrans" cxnId="{6CEB3586-104C-41AC-8989-673A7175C546}">
      <dgm:prSet/>
      <dgm:spPr/>
      <dgm:t>
        <a:bodyPr/>
        <a:lstStyle/>
        <a:p>
          <a:endParaRPr lang="en-US"/>
        </a:p>
      </dgm:t>
    </dgm:pt>
    <dgm:pt modelId="{49891B82-5F87-4530-B47E-FB2A3102E47D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b="1" i="0"/>
            <a:t>Disk Usage &amp; Storage Management</a:t>
          </a:r>
          <a:endParaRPr lang="en-US"/>
        </a:p>
      </dgm:t>
    </dgm:pt>
    <dgm:pt modelId="{6E03C205-197C-4A00-BBA9-5C2CD2492614}" type="parTrans" cxnId="{C878107D-1922-4CE0-BD9E-49270EFDDD4A}">
      <dgm:prSet/>
      <dgm:spPr/>
      <dgm:t>
        <a:bodyPr/>
        <a:lstStyle/>
        <a:p>
          <a:endParaRPr lang="en-US"/>
        </a:p>
      </dgm:t>
    </dgm:pt>
    <dgm:pt modelId="{1BE9816B-B48F-4130-938D-0AB9992D7237}" type="sibTrans" cxnId="{C878107D-1922-4CE0-BD9E-49270EFDDD4A}">
      <dgm:prSet/>
      <dgm:spPr/>
      <dgm:t>
        <a:bodyPr/>
        <a:lstStyle/>
        <a:p>
          <a:endParaRPr lang="en-US"/>
        </a:p>
      </dgm:t>
    </dgm:pt>
    <dgm:pt modelId="{766A3C93-838B-4ADF-9B9B-27D1286E1E2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/>
            <a:t>- df -h - Show disk space</a:t>
          </a:r>
          <a:endParaRPr lang="en-US"/>
        </a:p>
      </dgm:t>
    </dgm:pt>
    <dgm:pt modelId="{32BFFF7A-8093-4FA7-A377-613C2B3F9D27}" type="parTrans" cxnId="{FDDB84D5-FBD5-471D-A611-00D44D5AF8AB}">
      <dgm:prSet/>
      <dgm:spPr/>
      <dgm:t>
        <a:bodyPr/>
        <a:lstStyle/>
        <a:p>
          <a:endParaRPr lang="en-US"/>
        </a:p>
      </dgm:t>
    </dgm:pt>
    <dgm:pt modelId="{D9521D39-C3E7-4BE3-B71D-8DB7F68CE100}" type="sibTrans" cxnId="{FDDB84D5-FBD5-471D-A611-00D44D5AF8AB}">
      <dgm:prSet/>
      <dgm:spPr/>
      <dgm:t>
        <a:bodyPr/>
        <a:lstStyle/>
        <a:p>
          <a:endParaRPr lang="en-US"/>
        </a:p>
      </dgm:t>
    </dgm:pt>
    <dgm:pt modelId="{818FD9DD-BD07-4910-BE03-CE0CABB47BB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/>
            <a:t>- du -sh folder - Show folder size</a:t>
          </a:r>
          <a:endParaRPr lang="en-US"/>
        </a:p>
      </dgm:t>
    </dgm:pt>
    <dgm:pt modelId="{5AF1CF10-BADD-4F9D-AD67-3E26020E2665}" type="parTrans" cxnId="{4CDEC26A-C742-4975-8962-B8C04DDE3F33}">
      <dgm:prSet/>
      <dgm:spPr/>
      <dgm:t>
        <a:bodyPr/>
        <a:lstStyle/>
        <a:p>
          <a:endParaRPr lang="en-US"/>
        </a:p>
      </dgm:t>
    </dgm:pt>
    <dgm:pt modelId="{4E4D48E8-5C14-4426-8091-A89D54A2F3A9}" type="sibTrans" cxnId="{4CDEC26A-C742-4975-8962-B8C04DDE3F33}">
      <dgm:prSet/>
      <dgm:spPr/>
      <dgm:t>
        <a:bodyPr/>
        <a:lstStyle/>
        <a:p>
          <a:endParaRPr lang="en-US"/>
        </a:p>
      </dgm:t>
    </dgm:pt>
    <dgm:pt modelId="{9525FA7F-FD60-4986-B1CD-680DBC0798B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/>
            <a:t>- fdisk -l - Show partitions</a:t>
          </a:r>
          <a:endParaRPr lang="en-US"/>
        </a:p>
      </dgm:t>
    </dgm:pt>
    <dgm:pt modelId="{FD6C1F01-1AC5-414B-95FC-E939DA5FF6C9}" type="parTrans" cxnId="{2880A801-9036-448B-86A9-85308DB28ADA}">
      <dgm:prSet/>
      <dgm:spPr/>
      <dgm:t>
        <a:bodyPr/>
        <a:lstStyle/>
        <a:p>
          <a:endParaRPr lang="en-US"/>
        </a:p>
      </dgm:t>
    </dgm:pt>
    <dgm:pt modelId="{08612C12-0A11-4E5E-8045-34DACE27C1ED}" type="sibTrans" cxnId="{2880A801-9036-448B-86A9-85308DB28ADA}">
      <dgm:prSet/>
      <dgm:spPr/>
      <dgm:t>
        <a:bodyPr/>
        <a:lstStyle/>
        <a:p>
          <a:endParaRPr lang="en-US"/>
        </a:p>
      </dgm:t>
    </dgm:pt>
    <dgm:pt modelId="{58BC1E11-172E-494B-AF03-8A1F8725BA9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/>
            <a:t>- lsblk - Show block devices</a:t>
          </a:r>
          <a:endParaRPr lang="en-US"/>
        </a:p>
      </dgm:t>
    </dgm:pt>
    <dgm:pt modelId="{7854C022-1D15-44C8-A3E1-230A4DCA20EE}" type="parTrans" cxnId="{A342F7EC-A4C2-40C1-A1B2-AD3F3FD26FAB}">
      <dgm:prSet/>
      <dgm:spPr/>
      <dgm:t>
        <a:bodyPr/>
        <a:lstStyle/>
        <a:p>
          <a:endParaRPr lang="en-US"/>
        </a:p>
      </dgm:t>
    </dgm:pt>
    <dgm:pt modelId="{C7BCAB7B-B6AA-4D21-ADA1-32D652174F82}" type="sibTrans" cxnId="{A342F7EC-A4C2-40C1-A1B2-AD3F3FD26FAB}">
      <dgm:prSet/>
      <dgm:spPr/>
      <dgm:t>
        <a:bodyPr/>
        <a:lstStyle/>
        <a:p>
          <a:endParaRPr lang="en-US"/>
        </a:p>
      </dgm:t>
    </dgm:pt>
    <dgm:pt modelId="{DC400266-5604-482E-B7C6-BF71792FE440}" type="pres">
      <dgm:prSet presAssocID="{715EAD4B-57B9-4D20-9CFB-12E6F770DD80}" presName="root" presStyleCnt="0">
        <dgm:presLayoutVars>
          <dgm:dir/>
          <dgm:resizeHandles val="exact"/>
        </dgm:presLayoutVars>
      </dgm:prSet>
      <dgm:spPr/>
    </dgm:pt>
    <dgm:pt modelId="{58BA16E7-13A3-44B5-BDEF-B159A2FA9F3F}" type="pres">
      <dgm:prSet presAssocID="{12275A24-37F4-4FE3-AB15-10F774B7EECA}" presName="compNode" presStyleCnt="0"/>
      <dgm:spPr/>
    </dgm:pt>
    <dgm:pt modelId="{7A1648B7-3FA4-4FEC-98E0-08AEABF09407}" type="pres">
      <dgm:prSet presAssocID="{12275A24-37F4-4FE3-AB15-10F774B7EECA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sk"/>
        </a:ext>
      </dgm:extLst>
    </dgm:pt>
    <dgm:pt modelId="{71AD3AAF-099F-48E3-9B7D-D2EF9069B60E}" type="pres">
      <dgm:prSet presAssocID="{12275A24-37F4-4FE3-AB15-10F774B7EECA}" presName="iconSpace" presStyleCnt="0"/>
      <dgm:spPr/>
    </dgm:pt>
    <dgm:pt modelId="{2E62B28C-0C76-40E4-AA13-085551BE49E9}" type="pres">
      <dgm:prSet presAssocID="{12275A24-37F4-4FE3-AB15-10F774B7EECA}" presName="parTx" presStyleLbl="revTx" presStyleIdx="0" presStyleCnt="6">
        <dgm:presLayoutVars>
          <dgm:chMax val="0"/>
          <dgm:chPref val="0"/>
        </dgm:presLayoutVars>
      </dgm:prSet>
      <dgm:spPr/>
    </dgm:pt>
    <dgm:pt modelId="{835A4CE0-CFEF-4B3E-BEEC-892180A26CB9}" type="pres">
      <dgm:prSet presAssocID="{12275A24-37F4-4FE3-AB15-10F774B7EECA}" presName="txSpace" presStyleCnt="0"/>
      <dgm:spPr/>
    </dgm:pt>
    <dgm:pt modelId="{18F9A6F8-6B7C-4539-93F0-FF97C3364560}" type="pres">
      <dgm:prSet presAssocID="{12275A24-37F4-4FE3-AB15-10F774B7EECA}" presName="desTx" presStyleLbl="revTx" presStyleIdx="1" presStyleCnt="6">
        <dgm:presLayoutVars/>
      </dgm:prSet>
      <dgm:spPr/>
    </dgm:pt>
    <dgm:pt modelId="{48AE0449-2E86-433D-A891-7EABE47512B8}" type="pres">
      <dgm:prSet presAssocID="{89D6EB5C-3348-457A-AF54-894165B55A39}" presName="sibTrans" presStyleCnt="0"/>
      <dgm:spPr/>
    </dgm:pt>
    <dgm:pt modelId="{6995583A-E6A9-43F7-8BE8-8ABA26D6F548}" type="pres">
      <dgm:prSet presAssocID="{E4B8A958-3B01-4457-A92B-A04DBFFE47D7}" presName="compNode" presStyleCnt="0"/>
      <dgm:spPr/>
    </dgm:pt>
    <dgm:pt modelId="{0D3139E5-31C8-49E0-AD21-06A79D1D818C}" type="pres">
      <dgm:prSet presAssocID="{E4B8A958-3B01-4457-A92B-A04DBFFE47D7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1503F603-134E-449B-AFC5-6075FF396DE2}" type="pres">
      <dgm:prSet presAssocID="{E4B8A958-3B01-4457-A92B-A04DBFFE47D7}" presName="iconSpace" presStyleCnt="0"/>
      <dgm:spPr/>
    </dgm:pt>
    <dgm:pt modelId="{D6298F8A-2053-4EBC-864F-B09819C33280}" type="pres">
      <dgm:prSet presAssocID="{E4B8A958-3B01-4457-A92B-A04DBFFE47D7}" presName="parTx" presStyleLbl="revTx" presStyleIdx="2" presStyleCnt="6">
        <dgm:presLayoutVars>
          <dgm:chMax val="0"/>
          <dgm:chPref val="0"/>
        </dgm:presLayoutVars>
      </dgm:prSet>
      <dgm:spPr/>
    </dgm:pt>
    <dgm:pt modelId="{B23F8537-A152-43B7-81DE-AB55C7210D5E}" type="pres">
      <dgm:prSet presAssocID="{E4B8A958-3B01-4457-A92B-A04DBFFE47D7}" presName="txSpace" presStyleCnt="0"/>
      <dgm:spPr/>
    </dgm:pt>
    <dgm:pt modelId="{FAFB47E0-E0FD-4754-9199-872124B0463A}" type="pres">
      <dgm:prSet presAssocID="{E4B8A958-3B01-4457-A92B-A04DBFFE47D7}" presName="desTx" presStyleLbl="revTx" presStyleIdx="3" presStyleCnt="6">
        <dgm:presLayoutVars/>
      </dgm:prSet>
      <dgm:spPr/>
    </dgm:pt>
    <dgm:pt modelId="{0EBA874F-82E7-4565-8AA8-56576EDA5C46}" type="pres">
      <dgm:prSet presAssocID="{10EA71AD-0AD7-43AC-8937-4D14BB8E0FB1}" presName="sibTrans" presStyleCnt="0"/>
      <dgm:spPr/>
    </dgm:pt>
    <dgm:pt modelId="{0D79782E-D1A9-4B8A-BDF9-A2A7D2409430}" type="pres">
      <dgm:prSet presAssocID="{49891B82-5F87-4530-B47E-FB2A3102E47D}" presName="compNode" presStyleCnt="0"/>
      <dgm:spPr/>
    </dgm:pt>
    <dgm:pt modelId="{7A669DFA-0A44-4A62-BB4E-B3BF9D3C98BB}" type="pres">
      <dgm:prSet presAssocID="{49891B82-5F87-4530-B47E-FB2A3102E47D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pen Folder"/>
        </a:ext>
      </dgm:extLst>
    </dgm:pt>
    <dgm:pt modelId="{FF961A94-3D74-4345-B7B2-FD28A1E637F5}" type="pres">
      <dgm:prSet presAssocID="{49891B82-5F87-4530-B47E-FB2A3102E47D}" presName="iconSpace" presStyleCnt="0"/>
      <dgm:spPr/>
    </dgm:pt>
    <dgm:pt modelId="{4360C063-BFF3-43A8-AE09-346EF676F62F}" type="pres">
      <dgm:prSet presAssocID="{49891B82-5F87-4530-B47E-FB2A3102E47D}" presName="parTx" presStyleLbl="revTx" presStyleIdx="4" presStyleCnt="6">
        <dgm:presLayoutVars>
          <dgm:chMax val="0"/>
          <dgm:chPref val="0"/>
        </dgm:presLayoutVars>
      </dgm:prSet>
      <dgm:spPr/>
    </dgm:pt>
    <dgm:pt modelId="{90B2F244-1018-4182-9CC5-F0122DCAF94A}" type="pres">
      <dgm:prSet presAssocID="{49891B82-5F87-4530-B47E-FB2A3102E47D}" presName="txSpace" presStyleCnt="0"/>
      <dgm:spPr/>
    </dgm:pt>
    <dgm:pt modelId="{9CB69084-B394-46DD-B2A9-FAB0C1BF2D03}" type="pres">
      <dgm:prSet presAssocID="{49891B82-5F87-4530-B47E-FB2A3102E47D}" presName="desTx" presStyleLbl="revTx" presStyleIdx="5" presStyleCnt="6">
        <dgm:presLayoutVars/>
      </dgm:prSet>
      <dgm:spPr/>
    </dgm:pt>
  </dgm:ptLst>
  <dgm:cxnLst>
    <dgm:cxn modelId="{2880A801-9036-448B-86A9-85308DB28ADA}" srcId="{49891B82-5F87-4530-B47E-FB2A3102E47D}" destId="{9525FA7F-FD60-4986-B1CD-680DBC0798B8}" srcOrd="2" destOrd="0" parTransId="{FD6C1F01-1AC5-414B-95FC-E939DA5FF6C9}" sibTransId="{08612C12-0A11-4E5E-8045-34DACE27C1ED}"/>
    <dgm:cxn modelId="{1C1EB006-7E64-4865-A437-41263F91D014}" type="presOf" srcId="{E4B8A958-3B01-4457-A92B-A04DBFFE47D7}" destId="{D6298F8A-2053-4EBC-864F-B09819C33280}" srcOrd="0" destOrd="0" presId="urn:microsoft.com/office/officeart/2018/5/layout/CenteredIconLabelDescriptionList"/>
    <dgm:cxn modelId="{8BF6FF17-39ED-4663-88A5-B29E9E0625BD}" srcId="{12275A24-37F4-4FE3-AB15-10F774B7EECA}" destId="{6ACE1D9D-BC4D-4061-8F40-CF156B236A21}" srcOrd="5" destOrd="0" parTransId="{20D289E1-1F1D-4D6D-BC72-B0FAF4423BEB}" sibTransId="{6698C19E-002F-44E6-B2A3-976B55BE14D4}"/>
    <dgm:cxn modelId="{9DBA8441-9D0E-4B32-BA36-83B9CA3BDA58}" type="presOf" srcId="{49891B82-5F87-4530-B47E-FB2A3102E47D}" destId="{4360C063-BFF3-43A8-AE09-346EF676F62F}" srcOrd="0" destOrd="0" presId="urn:microsoft.com/office/officeart/2018/5/layout/CenteredIconLabelDescriptionList"/>
    <dgm:cxn modelId="{DDE4A765-38A5-4650-A3CD-ACBB87D7E7E6}" srcId="{12275A24-37F4-4FE3-AB15-10F774B7EECA}" destId="{CE6F9560-72CB-43B6-9D6D-BBFCB0EF107E}" srcOrd="0" destOrd="0" parTransId="{AB57E912-5191-443C-9F6B-1A1D8376C43F}" sibTransId="{11570411-43F3-4A78-8FE1-4CA81BEC8C11}"/>
    <dgm:cxn modelId="{4CDEC26A-C742-4975-8962-B8C04DDE3F33}" srcId="{49891B82-5F87-4530-B47E-FB2A3102E47D}" destId="{818FD9DD-BD07-4910-BE03-CE0CABB47BB7}" srcOrd="1" destOrd="0" parTransId="{5AF1CF10-BADD-4F9D-AD67-3E26020E2665}" sibTransId="{4E4D48E8-5C14-4426-8091-A89D54A2F3A9}"/>
    <dgm:cxn modelId="{C6F8A86B-8903-4FFD-A071-A1C1BC72FDCF}" type="presOf" srcId="{818FD9DD-BD07-4910-BE03-CE0CABB47BB7}" destId="{9CB69084-B394-46DD-B2A9-FAB0C1BF2D03}" srcOrd="0" destOrd="1" presId="urn:microsoft.com/office/officeart/2018/5/layout/CenteredIconLabelDescriptionList"/>
    <dgm:cxn modelId="{CCBBC14E-4DDB-46DB-9AEF-F2C3D50BCC83}" type="presOf" srcId="{6ACE1D9D-BC4D-4061-8F40-CF156B236A21}" destId="{18F9A6F8-6B7C-4539-93F0-FF97C3364560}" srcOrd="0" destOrd="5" presId="urn:microsoft.com/office/officeart/2018/5/layout/CenteredIconLabelDescriptionList"/>
    <dgm:cxn modelId="{3C0CB651-4A1F-409A-AA09-BA3EC8091E29}" srcId="{12275A24-37F4-4FE3-AB15-10F774B7EECA}" destId="{67F4E549-4DD9-4305-AAB0-83FE8C6B8F81}" srcOrd="3" destOrd="0" parTransId="{482E39B6-1559-4782-AF49-94876516B0D7}" sibTransId="{730C5F63-C6BC-4494-80A4-29C308EE75F9}"/>
    <dgm:cxn modelId="{C47D1452-E8E9-447D-9B87-2D2E8F8F5F94}" srcId="{715EAD4B-57B9-4D20-9CFB-12E6F770DD80}" destId="{E4B8A958-3B01-4457-A92B-A04DBFFE47D7}" srcOrd="1" destOrd="0" parTransId="{32FC2027-CBAA-42E6-80FF-DF5505882ECA}" sibTransId="{10EA71AD-0AD7-43AC-8937-4D14BB8E0FB1}"/>
    <dgm:cxn modelId="{649A2E7B-3567-44A0-A71C-313DD2FAA9BC}" srcId="{12275A24-37F4-4FE3-AB15-10F774B7EECA}" destId="{87F6150C-9E51-4E1A-986A-270CF475AD49}" srcOrd="1" destOrd="0" parTransId="{E97FA5FC-F4BA-4BDB-A5D9-C479FC30F701}" sibTransId="{5AFDA564-D347-4CC4-B70F-66A4370429D2}"/>
    <dgm:cxn modelId="{C878107D-1922-4CE0-BD9E-49270EFDDD4A}" srcId="{715EAD4B-57B9-4D20-9CFB-12E6F770DD80}" destId="{49891B82-5F87-4530-B47E-FB2A3102E47D}" srcOrd="2" destOrd="0" parTransId="{6E03C205-197C-4A00-BBA9-5C2CD2492614}" sibTransId="{1BE9816B-B48F-4130-938D-0AB9992D7237}"/>
    <dgm:cxn modelId="{F9375D85-B609-4C95-B892-017B4A4975CF}" type="presOf" srcId="{12275A24-37F4-4FE3-AB15-10F774B7EECA}" destId="{2E62B28C-0C76-40E4-AA13-085551BE49E9}" srcOrd="0" destOrd="0" presId="urn:microsoft.com/office/officeart/2018/5/layout/CenteredIconLabelDescriptionList"/>
    <dgm:cxn modelId="{6CEB3586-104C-41AC-8989-673A7175C546}" srcId="{E4B8A958-3B01-4457-A92B-A04DBFFE47D7}" destId="{CCDC4265-D3D5-4DCE-880E-331AC49B0DFE}" srcOrd="1" destOrd="0" parTransId="{CB654286-7A3A-457C-9047-8C2CF8BF7168}" sibTransId="{74970ED6-22C0-4B0F-87A8-163C929F75AD}"/>
    <dgm:cxn modelId="{B4090999-95DA-4613-A8F4-11FE7A66FA73}" type="presOf" srcId="{715EAD4B-57B9-4D20-9CFB-12E6F770DD80}" destId="{DC400266-5604-482E-B7C6-BF71792FE440}" srcOrd="0" destOrd="0" presId="urn:microsoft.com/office/officeart/2018/5/layout/CenteredIconLabelDescriptionList"/>
    <dgm:cxn modelId="{28D95BA8-E696-4647-A79C-38E55CDC7461}" srcId="{12275A24-37F4-4FE3-AB15-10F774B7EECA}" destId="{0ED80364-34AA-4864-AE3C-834DAFCCA905}" srcOrd="2" destOrd="0" parTransId="{F7C2E483-C5FA-4BE7-AD18-2B5DAA54FE79}" sibTransId="{336B50C1-F8B8-4703-A036-166437B8CB99}"/>
    <dgm:cxn modelId="{F75E4CAC-1DEF-491A-A61B-F54BB7999E0A}" type="presOf" srcId="{67F4E549-4DD9-4305-AAB0-83FE8C6B8F81}" destId="{18F9A6F8-6B7C-4539-93F0-FF97C3364560}" srcOrd="0" destOrd="3" presId="urn:microsoft.com/office/officeart/2018/5/layout/CenteredIconLabelDescriptionList"/>
    <dgm:cxn modelId="{2C0BC6AE-BDDB-419C-B48F-B8B601463681}" type="presOf" srcId="{CCDC4265-D3D5-4DCE-880E-331AC49B0DFE}" destId="{FAFB47E0-E0FD-4754-9199-872124B0463A}" srcOrd="0" destOrd="1" presId="urn:microsoft.com/office/officeart/2018/5/layout/CenteredIconLabelDescriptionList"/>
    <dgm:cxn modelId="{4FBA87B5-76C1-4325-8741-8796F19442B7}" type="presOf" srcId="{87F6150C-9E51-4E1A-986A-270CF475AD49}" destId="{18F9A6F8-6B7C-4539-93F0-FF97C3364560}" srcOrd="0" destOrd="1" presId="urn:microsoft.com/office/officeart/2018/5/layout/CenteredIconLabelDescriptionList"/>
    <dgm:cxn modelId="{7FBB6EBA-EB1B-48D8-8773-5E1776EFB30A}" type="presOf" srcId="{CE6F9560-72CB-43B6-9D6D-BBFCB0EF107E}" destId="{18F9A6F8-6B7C-4539-93F0-FF97C3364560}" srcOrd="0" destOrd="0" presId="urn:microsoft.com/office/officeart/2018/5/layout/CenteredIconLabelDescriptionList"/>
    <dgm:cxn modelId="{0F50B5C4-450C-4440-BAAD-1D3A53B76DED}" srcId="{12275A24-37F4-4FE3-AB15-10F774B7EECA}" destId="{B79099D5-4B99-4E8B-8A57-CB154F32A133}" srcOrd="4" destOrd="0" parTransId="{F3F8143D-4C22-4542-9948-18CD4642AA68}" sibTransId="{1F7DD324-D793-4924-9E3C-41BEC2FBC88F}"/>
    <dgm:cxn modelId="{0B8026C9-2F42-497C-A895-7B1A99FDF428}" type="presOf" srcId="{B79099D5-4B99-4E8B-8A57-CB154F32A133}" destId="{18F9A6F8-6B7C-4539-93F0-FF97C3364560}" srcOrd="0" destOrd="4" presId="urn:microsoft.com/office/officeart/2018/5/layout/CenteredIconLabelDescriptionList"/>
    <dgm:cxn modelId="{F97AC3D3-86FF-49F9-8BB8-83EB12CF2794}" type="presOf" srcId="{B4EBB5CA-D5F6-44B0-B980-B42437F42F73}" destId="{FAFB47E0-E0FD-4754-9199-872124B0463A}" srcOrd="0" destOrd="0" presId="urn:microsoft.com/office/officeart/2018/5/layout/CenteredIconLabelDescriptionList"/>
    <dgm:cxn modelId="{FDDB84D5-FBD5-471D-A611-00D44D5AF8AB}" srcId="{49891B82-5F87-4530-B47E-FB2A3102E47D}" destId="{766A3C93-838B-4ADF-9B9B-27D1286E1E2A}" srcOrd="0" destOrd="0" parTransId="{32BFFF7A-8093-4FA7-A377-613C2B3F9D27}" sibTransId="{D9521D39-C3E7-4BE3-B71D-8DB7F68CE100}"/>
    <dgm:cxn modelId="{153979DA-AEC3-4371-A76F-6AC80FAF5B61}" srcId="{E4B8A958-3B01-4457-A92B-A04DBFFE47D7}" destId="{B4EBB5CA-D5F6-44B0-B980-B42437F42F73}" srcOrd="0" destOrd="0" parTransId="{CE0FDF83-F57C-419D-B073-06228774B890}" sibTransId="{169C436E-22F2-4444-A53A-FD0AD478D524}"/>
    <dgm:cxn modelId="{DA3998DA-0C24-4860-BB1D-5C74F9A70F18}" type="presOf" srcId="{0ED80364-34AA-4864-AE3C-834DAFCCA905}" destId="{18F9A6F8-6B7C-4539-93F0-FF97C3364560}" srcOrd="0" destOrd="2" presId="urn:microsoft.com/office/officeart/2018/5/layout/CenteredIconLabelDescriptionList"/>
    <dgm:cxn modelId="{102D91DE-5CA8-4D41-93D7-F4EF81A8F45F}" type="presOf" srcId="{9525FA7F-FD60-4986-B1CD-680DBC0798B8}" destId="{9CB69084-B394-46DD-B2A9-FAB0C1BF2D03}" srcOrd="0" destOrd="2" presId="urn:microsoft.com/office/officeart/2018/5/layout/CenteredIconLabelDescriptionList"/>
    <dgm:cxn modelId="{313DC7E5-2C2B-4EF1-8B07-BAF50737F4D9}" type="presOf" srcId="{766A3C93-838B-4ADF-9B9B-27D1286E1E2A}" destId="{9CB69084-B394-46DD-B2A9-FAB0C1BF2D03}" srcOrd="0" destOrd="0" presId="urn:microsoft.com/office/officeart/2018/5/layout/CenteredIconLabelDescriptionList"/>
    <dgm:cxn modelId="{A46F2BE6-6206-4441-9836-1354D463243C}" type="presOf" srcId="{58BC1E11-172E-494B-AF03-8A1F8725BA9F}" destId="{9CB69084-B394-46DD-B2A9-FAB0C1BF2D03}" srcOrd="0" destOrd="3" presId="urn:microsoft.com/office/officeart/2018/5/layout/CenteredIconLabelDescriptionList"/>
    <dgm:cxn modelId="{A342F7EC-A4C2-40C1-A1B2-AD3F3FD26FAB}" srcId="{49891B82-5F87-4530-B47E-FB2A3102E47D}" destId="{58BC1E11-172E-494B-AF03-8A1F8725BA9F}" srcOrd="3" destOrd="0" parTransId="{7854C022-1D15-44C8-A3E1-230A4DCA20EE}" sibTransId="{C7BCAB7B-B6AA-4D21-ADA1-32D652174F82}"/>
    <dgm:cxn modelId="{0282FEFD-45B4-4294-A198-C638D90A48D1}" srcId="{715EAD4B-57B9-4D20-9CFB-12E6F770DD80}" destId="{12275A24-37F4-4FE3-AB15-10F774B7EECA}" srcOrd="0" destOrd="0" parTransId="{3B6831B4-ABF1-4E86-82D9-1C6861175351}" sibTransId="{89D6EB5C-3348-457A-AF54-894165B55A39}"/>
    <dgm:cxn modelId="{AB3257BC-BF5A-48DF-94FD-54D6CAA78867}" type="presParOf" srcId="{DC400266-5604-482E-B7C6-BF71792FE440}" destId="{58BA16E7-13A3-44B5-BDEF-B159A2FA9F3F}" srcOrd="0" destOrd="0" presId="urn:microsoft.com/office/officeart/2018/5/layout/CenteredIconLabelDescriptionList"/>
    <dgm:cxn modelId="{401648E8-20BD-4138-A9EE-36E1B080B6F4}" type="presParOf" srcId="{58BA16E7-13A3-44B5-BDEF-B159A2FA9F3F}" destId="{7A1648B7-3FA4-4FEC-98E0-08AEABF09407}" srcOrd="0" destOrd="0" presId="urn:microsoft.com/office/officeart/2018/5/layout/CenteredIconLabelDescriptionList"/>
    <dgm:cxn modelId="{6B4C645A-8746-47DD-BB91-D4BB3C66DC6D}" type="presParOf" srcId="{58BA16E7-13A3-44B5-BDEF-B159A2FA9F3F}" destId="{71AD3AAF-099F-48E3-9B7D-D2EF9069B60E}" srcOrd="1" destOrd="0" presId="urn:microsoft.com/office/officeart/2018/5/layout/CenteredIconLabelDescriptionList"/>
    <dgm:cxn modelId="{0ACCC715-89D1-4043-B9D7-CD189F37F088}" type="presParOf" srcId="{58BA16E7-13A3-44B5-BDEF-B159A2FA9F3F}" destId="{2E62B28C-0C76-40E4-AA13-085551BE49E9}" srcOrd="2" destOrd="0" presId="urn:microsoft.com/office/officeart/2018/5/layout/CenteredIconLabelDescriptionList"/>
    <dgm:cxn modelId="{7DDC512F-3E1F-455F-A21C-6C1074B19A4C}" type="presParOf" srcId="{58BA16E7-13A3-44B5-BDEF-B159A2FA9F3F}" destId="{835A4CE0-CFEF-4B3E-BEEC-892180A26CB9}" srcOrd="3" destOrd="0" presId="urn:microsoft.com/office/officeart/2018/5/layout/CenteredIconLabelDescriptionList"/>
    <dgm:cxn modelId="{1A9101B9-6216-484A-8D45-6A17C50A494E}" type="presParOf" srcId="{58BA16E7-13A3-44B5-BDEF-B159A2FA9F3F}" destId="{18F9A6F8-6B7C-4539-93F0-FF97C3364560}" srcOrd="4" destOrd="0" presId="urn:microsoft.com/office/officeart/2018/5/layout/CenteredIconLabelDescriptionList"/>
    <dgm:cxn modelId="{C6EE2EF9-BD0B-479B-8A65-2C122854BA65}" type="presParOf" srcId="{DC400266-5604-482E-B7C6-BF71792FE440}" destId="{48AE0449-2E86-433D-A891-7EABE47512B8}" srcOrd="1" destOrd="0" presId="urn:microsoft.com/office/officeart/2018/5/layout/CenteredIconLabelDescriptionList"/>
    <dgm:cxn modelId="{148C7C37-6B9C-405D-839F-EC1AC409C4F8}" type="presParOf" srcId="{DC400266-5604-482E-B7C6-BF71792FE440}" destId="{6995583A-E6A9-43F7-8BE8-8ABA26D6F548}" srcOrd="2" destOrd="0" presId="urn:microsoft.com/office/officeart/2018/5/layout/CenteredIconLabelDescriptionList"/>
    <dgm:cxn modelId="{3B4AE1B2-A663-4DEB-BA7D-FD3FE84BDD02}" type="presParOf" srcId="{6995583A-E6A9-43F7-8BE8-8ABA26D6F548}" destId="{0D3139E5-31C8-49E0-AD21-06A79D1D818C}" srcOrd="0" destOrd="0" presId="urn:microsoft.com/office/officeart/2018/5/layout/CenteredIconLabelDescriptionList"/>
    <dgm:cxn modelId="{B437D785-D3D2-48BC-AD7C-949A217B001B}" type="presParOf" srcId="{6995583A-E6A9-43F7-8BE8-8ABA26D6F548}" destId="{1503F603-134E-449B-AFC5-6075FF396DE2}" srcOrd="1" destOrd="0" presId="urn:microsoft.com/office/officeart/2018/5/layout/CenteredIconLabelDescriptionList"/>
    <dgm:cxn modelId="{01E5738B-24F5-426B-9B85-DD18B4D97B68}" type="presParOf" srcId="{6995583A-E6A9-43F7-8BE8-8ABA26D6F548}" destId="{D6298F8A-2053-4EBC-864F-B09819C33280}" srcOrd="2" destOrd="0" presId="urn:microsoft.com/office/officeart/2018/5/layout/CenteredIconLabelDescriptionList"/>
    <dgm:cxn modelId="{E837D58B-7910-43F2-A546-7933A1E42DBC}" type="presParOf" srcId="{6995583A-E6A9-43F7-8BE8-8ABA26D6F548}" destId="{B23F8537-A152-43B7-81DE-AB55C7210D5E}" srcOrd="3" destOrd="0" presId="urn:microsoft.com/office/officeart/2018/5/layout/CenteredIconLabelDescriptionList"/>
    <dgm:cxn modelId="{E7A3DD6E-52BE-4DBB-BE7B-C635B80941A3}" type="presParOf" srcId="{6995583A-E6A9-43F7-8BE8-8ABA26D6F548}" destId="{FAFB47E0-E0FD-4754-9199-872124B0463A}" srcOrd="4" destOrd="0" presId="urn:microsoft.com/office/officeart/2018/5/layout/CenteredIconLabelDescriptionList"/>
    <dgm:cxn modelId="{DED646FA-8188-40A1-8058-CC4E085961A0}" type="presParOf" srcId="{DC400266-5604-482E-B7C6-BF71792FE440}" destId="{0EBA874F-82E7-4565-8AA8-56576EDA5C46}" srcOrd="3" destOrd="0" presId="urn:microsoft.com/office/officeart/2018/5/layout/CenteredIconLabelDescriptionList"/>
    <dgm:cxn modelId="{FAB3593E-830D-4DA5-9FDC-E0A708445C0C}" type="presParOf" srcId="{DC400266-5604-482E-B7C6-BF71792FE440}" destId="{0D79782E-D1A9-4B8A-BDF9-A2A7D2409430}" srcOrd="4" destOrd="0" presId="urn:microsoft.com/office/officeart/2018/5/layout/CenteredIconLabelDescriptionList"/>
    <dgm:cxn modelId="{9E1B37A8-9B14-4407-9D0E-BB68A1562C94}" type="presParOf" srcId="{0D79782E-D1A9-4B8A-BDF9-A2A7D2409430}" destId="{7A669DFA-0A44-4A62-BB4E-B3BF9D3C98BB}" srcOrd="0" destOrd="0" presId="urn:microsoft.com/office/officeart/2018/5/layout/CenteredIconLabelDescriptionList"/>
    <dgm:cxn modelId="{2B9AE592-8DBD-48B0-B908-E8A69612D54A}" type="presParOf" srcId="{0D79782E-D1A9-4B8A-BDF9-A2A7D2409430}" destId="{FF961A94-3D74-4345-B7B2-FD28A1E637F5}" srcOrd="1" destOrd="0" presId="urn:microsoft.com/office/officeart/2018/5/layout/CenteredIconLabelDescriptionList"/>
    <dgm:cxn modelId="{C139C521-CEB2-4EFB-B63A-5A8E67CA16D2}" type="presParOf" srcId="{0D79782E-D1A9-4B8A-BDF9-A2A7D2409430}" destId="{4360C063-BFF3-43A8-AE09-346EF676F62F}" srcOrd="2" destOrd="0" presId="urn:microsoft.com/office/officeart/2018/5/layout/CenteredIconLabelDescriptionList"/>
    <dgm:cxn modelId="{93F44CF9-E6F3-4027-B651-BFE7ACC83F49}" type="presParOf" srcId="{0D79782E-D1A9-4B8A-BDF9-A2A7D2409430}" destId="{90B2F244-1018-4182-9CC5-F0122DCAF94A}" srcOrd="3" destOrd="0" presId="urn:microsoft.com/office/officeart/2018/5/layout/CenteredIconLabelDescriptionList"/>
    <dgm:cxn modelId="{20C4F833-DCC4-4527-A163-DDF4026F8E27}" type="presParOf" srcId="{0D79782E-D1A9-4B8A-BDF9-A2A7D2409430}" destId="{9CB69084-B394-46DD-B2A9-FAB0C1BF2D03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3D439B0D-3850-4DD2-A81C-089003561597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B381D6BB-BE7B-419A-939C-C870D9E8BA9B}">
      <dgm:prSet/>
      <dgm:spPr/>
      <dgm:t>
        <a:bodyPr/>
        <a:lstStyle/>
        <a:p>
          <a:r>
            <a:rPr lang="en-US"/>
            <a:t>• Environment variables are dynamic values used by the shell and applications.</a:t>
          </a:r>
        </a:p>
      </dgm:t>
    </dgm:pt>
    <dgm:pt modelId="{F6F14DAB-E999-473E-852C-0F4E7705A652}" type="parTrans" cxnId="{89729821-1127-4576-BA22-466451541330}">
      <dgm:prSet/>
      <dgm:spPr/>
      <dgm:t>
        <a:bodyPr/>
        <a:lstStyle/>
        <a:p>
          <a:endParaRPr lang="en-US"/>
        </a:p>
      </dgm:t>
    </dgm:pt>
    <dgm:pt modelId="{E8839CA1-A860-4D42-BEEF-042EA83A8BF3}" type="sibTrans" cxnId="{89729821-1127-4576-BA22-466451541330}">
      <dgm:prSet/>
      <dgm:spPr/>
      <dgm:t>
        <a:bodyPr/>
        <a:lstStyle/>
        <a:p>
          <a:endParaRPr lang="en-US"/>
        </a:p>
      </dgm:t>
    </dgm:pt>
    <dgm:pt modelId="{3ED98C15-E2CD-4150-8AD2-993172BFC5A5}">
      <dgm:prSet/>
      <dgm:spPr/>
      <dgm:t>
        <a:bodyPr/>
        <a:lstStyle/>
        <a:p>
          <a:r>
            <a:rPr lang="en-US"/>
            <a:t>• They store system-wide or user-specific configuration data.</a:t>
          </a:r>
        </a:p>
      </dgm:t>
    </dgm:pt>
    <dgm:pt modelId="{15BAB3A9-2FF9-4BEA-A0AE-44C6DD143834}" type="parTrans" cxnId="{1124E80D-F514-4204-8A2A-15E554C1546F}">
      <dgm:prSet/>
      <dgm:spPr/>
      <dgm:t>
        <a:bodyPr/>
        <a:lstStyle/>
        <a:p>
          <a:endParaRPr lang="en-US"/>
        </a:p>
      </dgm:t>
    </dgm:pt>
    <dgm:pt modelId="{A126990A-8876-4705-8848-09AC1EE7611F}" type="sibTrans" cxnId="{1124E80D-F514-4204-8A2A-15E554C1546F}">
      <dgm:prSet/>
      <dgm:spPr/>
      <dgm:t>
        <a:bodyPr/>
        <a:lstStyle/>
        <a:p>
          <a:endParaRPr lang="en-US"/>
        </a:p>
      </dgm:t>
    </dgm:pt>
    <dgm:pt modelId="{EFB6AEA4-BB2D-4564-8DA5-4938C035AE8B}">
      <dgm:prSet/>
      <dgm:spPr/>
      <dgm:t>
        <a:bodyPr/>
        <a:lstStyle/>
        <a:p>
          <a:r>
            <a:rPr lang="en-US"/>
            <a:t>Examples:</a:t>
          </a:r>
        </a:p>
      </dgm:t>
    </dgm:pt>
    <dgm:pt modelId="{0BD09210-3567-41B3-970E-230F8FA59415}" type="parTrans" cxnId="{88E47F83-3F78-45E1-BB2A-75ED2FEAEA58}">
      <dgm:prSet/>
      <dgm:spPr/>
      <dgm:t>
        <a:bodyPr/>
        <a:lstStyle/>
        <a:p>
          <a:endParaRPr lang="en-US"/>
        </a:p>
      </dgm:t>
    </dgm:pt>
    <dgm:pt modelId="{820144DA-E6B7-4109-BA9C-4B1CAD5A4CE2}" type="sibTrans" cxnId="{88E47F83-3F78-45E1-BB2A-75ED2FEAEA58}">
      <dgm:prSet/>
      <dgm:spPr/>
      <dgm:t>
        <a:bodyPr/>
        <a:lstStyle/>
        <a:p>
          <a:endParaRPr lang="en-US"/>
        </a:p>
      </dgm:t>
    </dgm:pt>
    <dgm:pt modelId="{510285CC-1655-4017-B221-822B7E4A14C8}">
      <dgm:prSet/>
      <dgm:spPr/>
      <dgm:t>
        <a:bodyPr/>
        <a:lstStyle/>
        <a:p>
          <a:r>
            <a:rPr lang="en-US"/>
            <a:t>• $PATH – Tells the shell where to search for executable files</a:t>
          </a:r>
        </a:p>
      </dgm:t>
    </dgm:pt>
    <dgm:pt modelId="{325012A8-F1DD-487B-8D97-579582EC9D5D}" type="parTrans" cxnId="{3F7A9B8D-A755-4620-85F7-54FA347B4115}">
      <dgm:prSet/>
      <dgm:spPr/>
      <dgm:t>
        <a:bodyPr/>
        <a:lstStyle/>
        <a:p>
          <a:endParaRPr lang="en-US"/>
        </a:p>
      </dgm:t>
    </dgm:pt>
    <dgm:pt modelId="{F7C538BF-BAF7-463D-9668-BCFE3EC36815}" type="sibTrans" cxnId="{3F7A9B8D-A755-4620-85F7-54FA347B4115}">
      <dgm:prSet/>
      <dgm:spPr/>
      <dgm:t>
        <a:bodyPr/>
        <a:lstStyle/>
        <a:p>
          <a:endParaRPr lang="en-US"/>
        </a:p>
      </dgm:t>
    </dgm:pt>
    <dgm:pt modelId="{7DA4927F-65D9-4C04-BF77-31A81AE63DF9}">
      <dgm:prSet/>
      <dgm:spPr/>
      <dgm:t>
        <a:bodyPr/>
        <a:lstStyle/>
        <a:p>
          <a:r>
            <a:rPr lang="en-US"/>
            <a:t>• $HOME – User’s home directory</a:t>
          </a:r>
        </a:p>
      </dgm:t>
    </dgm:pt>
    <dgm:pt modelId="{DDDFB3D9-E1E2-480F-AF67-C0CAAD6A8B47}" type="parTrans" cxnId="{FBEC5E8A-EDED-46A5-826A-2F2AAA0B82AD}">
      <dgm:prSet/>
      <dgm:spPr/>
      <dgm:t>
        <a:bodyPr/>
        <a:lstStyle/>
        <a:p>
          <a:endParaRPr lang="en-US"/>
        </a:p>
      </dgm:t>
    </dgm:pt>
    <dgm:pt modelId="{DAC6E4F8-2714-43BC-8519-E8CF325F8360}" type="sibTrans" cxnId="{FBEC5E8A-EDED-46A5-826A-2F2AAA0B82AD}">
      <dgm:prSet/>
      <dgm:spPr/>
      <dgm:t>
        <a:bodyPr/>
        <a:lstStyle/>
        <a:p>
          <a:endParaRPr lang="en-US"/>
        </a:p>
      </dgm:t>
    </dgm:pt>
    <dgm:pt modelId="{1F664099-5ECE-41C3-8BA7-6864F080BF70}">
      <dgm:prSet/>
      <dgm:spPr/>
      <dgm:t>
        <a:bodyPr/>
        <a:lstStyle/>
        <a:p>
          <a:r>
            <a:rPr lang="en-US"/>
            <a:t>• $USER – Current logged-in username</a:t>
          </a:r>
        </a:p>
      </dgm:t>
    </dgm:pt>
    <dgm:pt modelId="{DBF8EE36-1179-475E-8841-849C34A260DE}" type="parTrans" cxnId="{3832CF33-95C0-42C8-89AA-3DB48DCD313E}">
      <dgm:prSet/>
      <dgm:spPr/>
      <dgm:t>
        <a:bodyPr/>
        <a:lstStyle/>
        <a:p>
          <a:endParaRPr lang="en-US"/>
        </a:p>
      </dgm:t>
    </dgm:pt>
    <dgm:pt modelId="{C701D35E-DD75-42A2-A62E-C21872A608A1}" type="sibTrans" cxnId="{3832CF33-95C0-42C8-89AA-3DB48DCD313E}">
      <dgm:prSet/>
      <dgm:spPr/>
      <dgm:t>
        <a:bodyPr/>
        <a:lstStyle/>
        <a:p>
          <a:endParaRPr lang="en-US"/>
        </a:p>
      </dgm:t>
    </dgm:pt>
    <dgm:pt modelId="{49DF294D-327C-4236-AB8B-DF40C112D912}">
      <dgm:prSet/>
      <dgm:spPr/>
      <dgm:t>
        <a:bodyPr/>
        <a:lstStyle/>
        <a:p>
          <a:r>
            <a:rPr lang="en-US"/>
            <a:t>Usage:</a:t>
          </a:r>
        </a:p>
      </dgm:t>
    </dgm:pt>
    <dgm:pt modelId="{48FF7D37-89D4-4499-988F-9943A1935C83}" type="parTrans" cxnId="{A2BD937F-901F-46F5-9F4B-66A60CFE64F3}">
      <dgm:prSet/>
      <dgm:spPr/>
      <dgm:t>
        <a:bodyPr/>
        <a:lstStyle/>
        <a:p>
          <a:endParaRPr lang="en-US"/>
        </a:p>
      </dgm:t>
    </dgm:pt>
    <dgm:pt modelId="{134D50C5-A52E-45D3-9667-17AB02018124}" type="sibTrans" cxnId="{A2BD937F-901F-46F5-9F4B-66A60CFE64F3}">
      <dgm:prSet/>
      <dgm:spPr/>
      <dgm:t>
        <a:bodyPr/>
        <a:lstStyle/>
        <a:p>
          <a:endParaRPr lang="en-US"/>
        </a:p>
      </dgm:t>
    </dgm:pt>
    <dgm:pt modelId="{FD95F351-3D0B-4BE9-8DA6-8456CA4EADF4}">
      <dgm:prSet/>
      <dgm:spPr/>
      <dgm:t>
        <a:bodyPr/>
        <a:lstStyle/>
        <a:p>
          <a:r>
            <a:rPr lang="en-US"/>
            <a:t>• echo $PATH – View PATH variable</a:t>
          </a:r>
        </a:p>
      </dgm:t>
    </dgm:pt>
    <dgm:pt modelId="{CB8E55E4-660C-4EB1-BA12-797BD0F94666}" type="parTrans" cxnId="{5E0560A0-A98C-41D2-960E-EBBCC58ED4F6}">
      <dgm:prSet/>
      <dgm:spPr/>
      <dgm:t>
        <a:bodyPr/>
        <a:lstStyle/>
        <a:p>
          <a:endParaRPr lang="en-US"/>
        </a:p>
      </dgm:t>
    </dgm:pt>
    <dgm:pt modelId="{0E46073B-6FAF-43E8-BAE3-5149C863212B}" type="sibTrans" cxnId="{5E0560A0-A98C-41D2-960E-EBBCC58ED4F6}">
      <dgm:prSet/>
      <dgm:spPr/>
      <dgm:t>
        <a:bodyPr/>
        <a:lstStyle/>
        <a:p>
          <a:endParaRPr lang="en-US"/>
        </a:p>
      </dgm:t>
    </dgm:pt>
    <dgm:pt modelId="{7458B48A-296F-4A13-A185-BAA32D5C7830}">
      <dgm:prSet/>
      <dgm:spPr/>
      <dgm:t>
        <a:bodyPr/>
        <a:lstStyle/>
        <a:p>
          <a:r>
            <a:rPr lang="en-US"/>
            <a:t>• export VAR=value – Set a new environment variable</a:t>
          </a:r>
        </a:p>
      </dgm:t>
    </dgm:pt>
    <dgm:pt modelId="{02EB57E8-DDB8-4D79-84B2-31A8D9581097}" type="parTrans" cxnId="{D4E31ED8-4CF6-40F3-8E20-AEF911082D58}">
      <dgm:prSet/>
      <dgm:spPr/>
      <dgm:t>
        <a:bodyPr/>
        <a:lstStyle/>
        <a:p>
          <a:endParaRPr lang="en-US"/>
        </a:p>
      </dgm:t>
    </dgm:pt>
    <dgm:pt modelId="{08DECF0A-8CA5-423A-92E3-6D48C8B61329}" type="sibTrans" cxnId="{D4E31ED8-4CF6-40F3-8E20-AEF911082D58}">
      <dgm:prSet/>
      <dgm:spPr/>
      <dgm:t>
        <a:bodyPr/>
        <a:lstStyle/>
        <a:p>
          <a:endParaRPr lang="en-US"/>
        </a:p>
      </dgm:t>
    </dgm:pt>
    <dgm:pt modelId="{FA1D0570-E474-4DE8-833D-C8197CB2BCF1}">
      <dgm:prSet/>
      <dgm:spPr/>
      <dgm:t>
        <a:bodyPr/>
        <a:lstStyle/>
        <a:p>
          <a:r>
            <a:rPr lang="en-US"/>
            <a:t>• set – List all variables (shell-specific)</a:t>
          </a:r>
        </a:p>
      </dgm:t>
    </dgm:pt>
    <dgm:pt modelId="{81240DA3-DFAC-4505-B163-985009196C3F}" type="parTrans" cxnId="{63954B75-A621-4E91-B309-3AC7F066D038}">
      <dgm:prSet/>
      <dgm:spPr/>
      <dgm:t>
        <a:bodyPr/>
        <a:lstStyle/>
        <a:p>
          <a:endParaRPr lang="en-US"/>
        </a:p>
      </dgm:t>
    </dgm:pt>
    <dgm:pt modelId="{8169DD7C-CCF6-45B7-8A83-94F32F5221D4}" type="sibTrans" cxnId="{63954B75-A621-4E91-B309-3AC7F066D038}">
      <dgm:prSet/>
      <dgm:spPr/>
      <dgm:t>
        <a:bodyPr/>
        <a:lstStyle/>
        <a:p>
          <a:endParaRPr lang="en-US"/>
        </a:p>
      </dgm:t>
    </dgm:pt>
    <dgm:pt modelId="{7692907E-F330-4B9D-8161-2D6F4CEA3443}">
      <dgm:prSet/>
      <dgm:spPr/>
      <dgm:t>
        <a:bodyPr/>
        <a:lstStyle/>
        <a:p>
          <a:r>
            <a:rPr lang="en-US"/>
            <a:t>• env – Display current environment variables</a:t>
          </a:r>
        </a:p>
      </dgm:t>
    </dgm:pt>
    <dgm:pt modelId="{B02BA761-52B2-4C9D-A070-FC736C90B4BA}" type="parTrans" cxnId="{A30EF9A5-B96B-443C-A994-EBAB33AAF917}">
      <dgm:prSet/>
      <dgm:spPr/>
      <dgm:t>
        <a:bodyPr/>
        <a:lstStyle/>
        <a:p>
          <a:endParaRPr lang="en-US"/>
        </a:p>
      </dgm:t>
    </dgm:pt>
    <dgm:pt modelId="{1257B6B1-CBAD-43CF-994B-411A2A20E549}" type="sibTrans" cxnId="{A30EF9A5-B96B-443C-A994-EBAB33AAF917}">
      <dgm:prSet/>
      <dgm:spPr/>
      <dgm:t>
        <a:bodyPr/>
        <a:lstStyle/>
        <a:p>
          <a:endParaRPr lang="en-US"/>
        </a:p>
      </dgm:t>
    </dgm:pt>
    <dgm:pt modelId="{E03AB863-B6F8-4BB2-AF5B-559F0A6EE0E6}">
      <dgm:prSet/>
      <dgm:spPr/>
      <dgm:t>
        <a:bodyPr/>
        <a:lstStyle/>
        <a:p>
          <a:r>
            <a:rPr lang="en-US"/>
            <a:t>Note: These variables influence system behavior, scripts, and application execution.</a:t>
          </a:r>
        </a:p>
      </dgm:t>
    </dgm:pt>
    <dgm:pt modelId="{BFD705AB-98FC-408E-91A9-4FD58D243542}" type="parTrans" cxnId="{581DF36C-7FAA-44A2-B3DA-4E0AB3328A1E}">
      <dgm:prSet/>
      <dgm:spPr/>
      <dgm:t>
        <a:bodyPr/>
        <a:lstStyle/>
        <a:p>
          <a:endParaRPr lang="en-US"/>
        </a:p>
      </dgm:t>
    </dgm:pt>
    <dgm:pt modelId="{8A763ABD-73AA-427C-807F-8C30541365F1}" type="sibTrans" cxnId="{581DF36C-7FAA-44A2-B3DA-4E0AB3328A1E}">
      <dgm:prSet/>
      <dgm:spPr/>
      <dgm:t>
        <a:bodyPr/>
        <a:lstStyle/>
        <a:p>
          <a:endParaRPr lang="en-US"/>
        </a:p>
      </dgm:t>
    </dgm:pt>
    <dgm:pt modelId="{40E3481E-FF3C-4779-9017-B9935B04A91A}" type="pres">
      <dgm:prSet presAssocID="{3D439B0D-3850-4DD2-A81C-089003561597}" presName="linear" presStyleCnt="0">
        <dgm:presLayoutVars>
          <dgm:animLvl val="lvl"/>
          <dgm:resizeHandles val="exact"/>
        </dgm:presLayoutVars>
      </dgm:prSet>
      <dgm:spPr/>
    </dgm:pt>
    <dgm:pt modelId="{5EEDDFB1-05BC-4C0A-B75A-8F5FD3011657}" type="pres">
      <dgm:prSet presAssocID="{B381D6BB-BE7B-419A-939C-C870D9E8BA9B}" presName="parentText" presStyleLbl="node1" presStyleIdx="0" presStyleCnt="12">
        <dgm:presLayoutVars>
          <dgm:chMax val="0"/>
          <dgm:bulletEnabled val="1"/>
        </dgm:presLayoutVars>
      </dgm:prSet>
      <dgm:spPr/>
    </dgm:pt>
    <dgm:pt modelId="{5996CA9F-BCFB-4B7E-9E5B-5E86218827A1}" type="pres">
      <dgm:prSet presAssocID="{E8839CA1-A860-4D42-BEEF-042EA83A8BF3}" presName="spacer" presStyleCnt="0"/>
      <dgm:spPr/>
    </dgm:pt>
    <dgm:pt modelId="{E06407AC-4EF8-4F0B-9599-5FBE0F505826}" type="pres">
      <dgm:prSet presAssocID="{3ED98C15-E2CD-4150-8AD2-993172BFC5A5}" presName="parentText" presStyleLbl="node1" presStyleIdx="1" presStyleCnt="12">
        <dgm:presLayoutVars>
          <dgm:chMax val="0"/>
          <dgm:bulletEnabled val="1"/>
        </dgm:presLayoutVars>
      </dgm:prSet>
      <dgm:spPr/>
    </dgm:pt>
    <dgm:pt modelId="{D576EB7A-7978-4E2D-814C-D7D934F7DFC2}" type="pres">
      <dgm:prSet presAssocID="{A126990A-8876-4705-8848-09AC1EE7611F}" presName="spacer" presStyleCnt="0"/>
      <dgm:spPr/>
    </dgm:pt>
    <dgm:pt modelId="{17A600FD-8337-45A3-8C0D-870207AFD4FA}" type="pres">
      <dgm:prSet presAssocID="{EFB6AEA4-BB2D-4564-8DA5-4938C035AE8B}" presName="parentText" presStyleLbl="node1" presStyleIdx="2" presStyleCnt="12">
        <dgm:presLayoutVars>
          <dgm:chMax val="0"/>
          <dgm:bulletEnabled val="1"/>
        </dgm:presLayoutVars>
      </dgm:prSet>
      <dgm:spPr/>
    </dgm:pt>
    <dgm:pt modelId="{86D75706-6FEF-4C5B-8232-5B4C4AE31168}" type="pres">
      <dgm:prSet presAssocID="{820144DA-E6B7-4109-BA9C-4B1CAD5A4CE2}" presName="spacer" presStyleCnt="0"/>
      <dgm:spPr/>
    </dgm:pt>
    <dgm:pt modelId="{73426B0C-B2B9-4CF8-A55F-839EAE061255}" type="pres">
      <dgm:prSet presAssocID="{510285CC-1655-4017-B221-822B7E4A14C8}" presName="parentText" presStyleLbl="node1" presStyleIdx="3" presStyleCnt="12">
        <dgm:presLayoutVars>
          <dgm:chMax val="0"/>
          <dgm:bulletEnabled val="1"/>
        </dgm:presLayoutVars>
      </dgm:prSet>
      <dgm:spPr/>
    </dgm:pt>
    <dgm:pt modelId="{EEFECC53-B794-42AB-AF0D-DEECE284EDC1}" type="pres">
      <dgm:prSet presAssocID="{F7C538BF-BAF7-463D-9668-BCFE3EC36815}" presName="spacer" presStyleCnt="0"/>
      <dgm:spPr/>
    </dgm:pt>
    <dgm:pt modelId="{25EC051E-A8B0-456B-A4C3-D641192C1B64}" type="pres">
      <dgm:prSet presAssocID="{7DA4927F-65D9-4C04-BF77-31A81AE63DF9}" presName="parentText" presStyleLbl="node1" presStyleIdx="4" presStyleCnt="12">
        <dgm:presLayoutVars>
          <dgm:chMax val="0"/>
          <dgm:bulletEnabled val="1"/>
        </dgm:presLayoutVars>
      </dgm:prSet>
      <dgm:spPr/>
    </dgm:pt>
    <dgm:pt modelId="{15D54221-B77F-4B67-87CD-59D3B7A4FE8E}" type="pres">
      <dgm:prSet presAssocID="{DAC6E4F8-2714-43BC-8519-E8CF325F8360}" presName="spacer" presStyleCnt="0"/>
      <dgm:spPr/>
    </dgm:pt>
    <dgm:pt modelId="{1341B6BF-5414-4F8C-A483-0E36F13D268C}" type="pres">
      <dgm:prSet presAssocID="{1F664099-5ECE-41C3-8BA7-6864F080BF70}" presName="parentText" presStyleLbl="node1" presStyleIdx="5" presStyleCnt="12">
        <dgm:presLayoutVars>
          <dgm:chMax val="0"/>
          <dgm:bulletEnabled val="1"/>
        </dgm:presLayoutVars>
      </dgm:prSet>
      <dgm:spPr/>
    </dgm:pt>
    <dgm:pt modelId="{7CBAFDE5-B8A5-455A-8641-46B35BF4C7CE}" type="pres">
      <dgm:prSet presAssocID="{C701D35E-DD75-42A2-A62E-C21872A608A1}" presName="spacer" presStyleCnt="0"/>
      <dgm:spPr/>
    </dgm:pt>
    <dgm:pt modelId="{E1005DA2-E901-42A3-A10D-91607A7501A8}" type="pres">
      <dgm:prSet presAssocID="{49DF294D-327C-4236-AB8B-DF40C112D912}" presName="parentText" presStyleLbl="node1" presStyleIdx="6" presStyleCnt="12">
        <dgm:presLayoutVars>
          <dgm:chMax val="0"/>
          <dgm:bulletEnabled val="1"/>
        </dgm:presLayoutVars>
      </dgm:prSet>
      <dgm:spPr/>
    </dgm:pt>
    <dgm:pt modelId="{4EBF3109-EF55-4A43-A603-A59E9D84763C}" type="pres">
      <dgm:prSet presAssocID="{134D50C5-A52E-45D3-9667-17AB02018124}" presName="spacer" presStyleCnt="0"/>
      <dgm:spPr/>
    </dgm:pt>
    <dgm:pt modelId="{75689A3A-62E3-4E5D-B757-D93543C6027A}" type="pres">
      <dgm:prSet presAssocID="{FD95F351-3D0B-4BE9-8DA6-8456CA4EADF4}" presName="parentText" presStyleLbl="node1" presStyleIdx="7" presStyleCnt="12">
        <dgm:presLayoutVars>
          <dgm:chMax val="0"/>
          <dgm:bulletEnabled val="1"/>
        </dgm:presLayoutVars>
      </dgm:prSet>
      <dgm:spPr/>
    </dgm:pt>
    <dgm:pt modelId="{AA82A9C7-4F21-479B-8A85-CF4A1CC7E9B2}" type="pres">
      <dgm:prSet presAssocID="{0E46073B-6FAF-43E8-BAE3-5149C863212B}" presName="spacer" presStyleCnt="0"/>
      <dgm:spPr/>
    </dgm:pt>
    <dgm:pt modelId="{AC240E7A-738F-48A0-B465-F7C2F204A9AC}" type="pres">
      <dgm:prSet presAssocID="{7458B48A-296F-4A13-A185-BAA32D5C7830}" presName="parentText" presStyleLbl="node1" presStyleIdx="8" presStyleCnt="12">
        <dgm:presLayoutVars>
          <dgm:chMax val="0"/>
          <dgm:bulletEnabled val="1"/>
        </dgm:presLayoutVars>
      </dgm:prSet>
      <dgm:spPr/>
    </dgm:pt>
    <dgm:pt modelId="{1291FAB7-DC09-4AD9-97A7-E3B2E4DAC4A1}" type="pres">
      <dgm:prSet presAssocID="{08DECF0A-8CA5-423A-92E3-6D48C8B61329}" presName="spacer" presStyleCnt="0"/>
      <dgm:spPr/>
    </dgm:pt>
    <dgm:pt modelId="{FB9AFAA9-B63A-4FFE-92EB-932D3A3E6C64}" type="pres">
      <dgm:prSet presAssocID="{FA1D0570-E474-4DE8-833D-C8197CB2BCF1}" presName="parentText" presStyleLbl="node1" presStyleIdx="9" presStyleCnt="12">
        <dgm:presLayoutVars>
          <dgm:chMax val="0"/>
          <dgm:bulletEnabled val="1"/>
        </dgm:presLayoutVars>
      </dgm:prSet>
      <dgm:spPr/>
    </dgm:pt>
    <dgm:pt modelId="{E34D7655-58A5-4AA5-A0E0-B0F899653F62}" type="pres">
      <dgm:prSet presAssocID="{8169DD7C-CCF6-45B7-8A83-94F32F5221D4}" presName="spacer" presStyleCnt="0"/>
      <dgm:spPr/>
    </dgm:pt>
    <dgm:pt modelId="{A36EA899-B326-4379-8490-D51F94487DEA}" type="pres">
      <dgm:prSet presAssocID="{7692907E-F330-4B9D-8161-2D6F4CEA3443}" presName="parentText" presStyleLbl="node1" presStyleIdx="10" presStyleCnt="12">
        <dgm:presLayoutVars>
          <dgm:chMax val="0"/>
          <dgm:bulletEnabled val="1"/>
        </dgm:presLayoutVars>
      </dgm:prSet>
      <dgm:spPr/>
    </dgm:pt>
    <dgm:pt modelId="{04642C40-812D-43E0-ADB3-EF3632A18505}" type="pres">
      <dgm:prSet presAssocID="{1257B6B1-CBAD-43CF-994B-411A2A20E549}" presName="spacer" presStyleCnt="0"/>
      <dgm:spPr/>
    </dgm:pt>
    <dgm:pt modelId="{58E6AED1-586C-4398-A9A3-019884190B88}" type="pres">
      <dgm:prSet presAssocID="{E03AB863-B6F8-4BB2-AF5B-559F0A6EE0E6}" presName="parentText" presStyleLbl="node1" presStyleIdx="11" presStyleCnt="12">
        <dgm:presLayoutVars>
          <dgm:chMax val="0"/>
          <dgm:bulletEnabled val="1"/>
        </dgm:presLayoutVars>
      </dgm:prSet>
      <dgm:spPr/>
    </dgm:pt>
  </dgm:ptLst>
  <dgm:cxnLst>
    <dgm:cxn modelId="{B39D9706-5125-4DB7-B787-0C8800DE814F}" type="presOf" srcId="{7DA4927F-65D9-4C04-BF77-31A81AE63DF9}" destId="{25EC051E-A8B0-456B-A4C3-D641192C1B64}" srcOrd="0" destOrd="0" presId="urn:microsoft.com/office/officeart/2005/8/layout/vList2"/>
    <dgm:cxn modelId="{1124E80D-F514-4204-8A2A-15E554C1546F}" srcId="{3D439B0D-3850-4DD2-A81C-089003561597}" destId="{3ED98C15-E2CD-4150-8AD2-993172BFC5A5}" srcOrd="1" destOrd="0" parTransId="{15BAB3A9-2FF9-4BEA-A0AE-44C6DD143834}" sibTransId="{A126990A-8876-4705-8848-09AC1EE7611F}"/>
    <dgm:cxn modelId="{A531F416-9E4F-454B-B1FA-2CED2A1CD83C}" type="presOf" srcId="{FA1D0570-E474-4DE8-833D-C8197CB2BCF1}" destId="{FB9AFAA9-B63A-4FFE-92EB-932D3A3E6C64}" srcOrd="0" destOrd="0" presId="urn:microsoft.com/office/officeart/2005/8/layout/vList2"/>
    <dgm:cxn modelId="{8F80CF1D-EBB6-4B0D-9093-C1D26DDF12D9}" type="presOf" srcId="{E03AB863-B6F8-4BB2-AF5B-559F0A6EE0E6}" destId="{58E6AED1-586C-4398-A9A3-019884190B88}" srcOrd="0" destOrd="0" presId="urn:microsoft.com/office/officeart/2005/8/layout/vList2"/>
    <dgm:cxn modelId="{89729821-1127-4576-BA22-466451541330}" srcId="{3D439B0D-3850-4DD2-A81C-089003561597}" destId="{B381D6BB-BE7B-419A-939C-C870D9E8BA9B}" srcOrd="0" destOrd="0" parTransId="{F6F14DAB-E999-473E-852C-0F4E7705A652}" sibTransId="{E8839CA1-A860-4D42-BEEF-042EA83A8BF3}"/>
    <dgm:cxn modelId="{7D801C23-323B-449D-B2E4-2B348CF14939}" type="presOf" srcId="{1F664099-5ECE-41C3-8BA7-6864F080BF70}" destId="{1341B6BF-5414-4F8C-A483-0E36F13D268C}" srcOrd="0" destOrd="0" presId="urn:microsoft.com/office/officeart/2005/8/layout/vList2"/>
    <dgm:cxn modelId="{3832CF33-95C0-42C8-89AA-3DB48DCD313E}" srcId="{3D439B0D-3850-4DD2-A81C-089003561597}" destId="{1F664099-5ECE-41C3-8BA7-6864F080BF70}" srcOrd="5" destOrd="0" parTransId="{DBF8EE36-1179-475E-8841-849C34A260DE}" sibTransId="{C701D35E-DD75-42A2-A62E-C21872A608A1}"/>
    <dgm:cxn modelId="{581DF36C-7FAA-44A2-B3DA-4E0AB3328A1E}" srcId="{3D439B0D-3850-4DD2-A81C-089003561597}" destId="{E03AB863-B6F8-4BB2-AF5B-559F0A6EE0E6}" srcOrd="11" destOrd="0" parTransId="{BFD705AB-98FC-408E-91A9-4FD58D243542}" sibTransId="{8A763ABD-73AA-427C-807F-8C30541365F1}"/>
    <dgm:cxn modelId="{A4112971-A337-49B3-8717-5F0F46AD8F4F}" type="presOf" srcId="{3D439B0D-3850-4DD2-A81C-089003561597}" destId="{40E3481E-FF3C-4779-9017-B9935B04A91A}" srcOrd="0" destOrd="0" presId="urn:microsoft.com/office/officeart/2005/8/layout/vList2"/>
    <dgm:cxn modelId="{63954B75-A621-4E91-B309-3AC7F066D038}" srcId="{3D439B0D-3850-4DD2-A81C-089003561597}" destId="{FA1D0570-E474-4DE8-833D-C8197CB2BCF1}" srcOrd="9" destOrd="0" parTransId="{81240DA3-DFAC-4505-B163-985009196C3F}" sibTransId="{8169DD7C-CCF6-45B7-8A83-94F32F5221D4}"/>
    <dgm:cxn modelId="{A2BD937F-901F-46F5-9F4B-66A60CFE64F3}" srcId="{3D439B0D-3850-4DD2-A81C-089003561597}" destId="{49DF294D-327C-4236-AB8B-DF40C112D912}" srcOrd="6" destOrd="0" parTransId="{48FF7D37-89D4-4499-988F-9943A1935C83}" sibTransId="{134D50C5-A52E-45D3-9667-17AB02018124}"/>
    <dgm:cxn modelId="{88E47F83-3F78-45E1-BB2A-75ED2FEAEA58}" srcId="{3D439B0D-3850-4DD2-A81C-089003561597}" destId="{EFB6AEA4-BB2D-4564-8DA5-4938C035AE8B}" srcOrd="2" destOrd="0" parTransId="{0BD09210-3567-41B3-970E-230F8FA59415}" sibTransId="{820144DA-E6B7-4109-BA9C-4B1CAD5A4CE2}"/>
    <dgm:cxn modelId="{FBEC5E8A-EDED-46A5-826A-2F2AAA0B82AD}" srcId="{3D439B0D-3850-4DD2-A81C-089003561597}" destId="{7DA4927F-65D9-4C04-BF77-31A81AE63DF9}" srcOrd="4" destOrd="0" parTransId="{DDDFB3D9-E1E2-480F-AF67-C0CAAD6A8B47}" sibTransId="{DAC6E4F8-2714-43BC-8519-E8CF325F8360}"/>
    <dgm:cxn modelId="{3F7A9B8D-A755-4620-85F7-54FA347B4115}" srcId="{3D439B0D-3850-4DD2-A81C-089003561597}" destId="{510285CC-1655-4017-B221-822B7E4A14C8}" srcOrd="3" destOrd="0" parTransId="{325012A8-F1DD-487B-8D97-579582EC9D5D}" sibTransId="{F7C538BF-BAF7-463D-9668-BCFE3EC36815}"/>
    <dgm:cxn modelId="{DDC87C9A-ED19-4F63-8421-168574DB0470}" type="presOf" srcId="{49DF294D-327C-4236-AB8B-DF40C112D912}" destId="{E1005DA2-E901-42A3-A10D-91607A7501A8}" srcOrd="0" destOrd="0" presId="urn:microsoft.com/office/officeart/2005/8/layout/vList2"/>
    <dgm:cxn modelId="{24F8DC9A-2929-4B71-B64A-C55F7CD5C3D2}" type="presOf" srcId="{EFB6AEA4-BB2D-4564-8DA5-4938C035AE8B}" destId="{17A600FD-8337-45A3-8C0D-870207AFD4FA}" srcOrd="0" destOrd="0" presId="urn:microsoft.com/office/officeart/2005/8/layout/vList2"/>
    <dgm:cxn modelId="{7187529B-41F9-438A-B98C-571990186D4C}" type="presOf" srcId="{3ED98C15-E2CD-4150-8AD2-993172BFC5A5}" destId="{E06407AC-4EF8-4F0B-9599-5FBE0F505826}" srcOrd="0" destOrd="0" presId="urn:microsoft.com/office/officeart/2005/8/layout/vList2"/>
    <dgm:cxn modelId="{5E0560A0-A98C-41D2-960E-EBBCC58ED4F6}" srcId="{3D439B0D-3850-4DD2-A81C-089003561597}" destId="{FD95F351-3D0B-4BE9-8DA6-8456CA4EADF4}" srcOrd="7" destOrd="0" parTransId="{CB8E55E4-660C-4EB1-BA12-797BD0F94666}" sibTransId="{0E46073B-6FAF-43E8-BAE3-5149C863212B}"/>
    <dgm:cxn modelId="{A30EF9A5-B96B-443C-A994-EBAB33AAF917}" srcId="{3D439B0D-3850-4DD2-A81C-089003561597}" destId="{7692907E-F330-4B9D-8161-2D6F4CEA3443}" srcOrd="10" destOrd="0" parTransId="{B02BA761-52B2-4C9D-A070-FC736C90B4BA}" sibTransId="{1257B6B1-CBAD-43CF-994B-411A2A20E549}"/>
    <dgm:cxn modelId="{5D3466B8-229A-4EB2-BF71-B3389B886477}" type="presOf" srcId="{510285CC-1655-4017-B221-822B7E4A14C8}" destId="{73426B0C-B2B9-4CF8-A55F-839EAE061255}" srcOrd="0" destOrd="0" presId="urn:microsoft.com/office/officeart/2005/8/layout/vList2"/>
    <dgm:cxn modelId="{6F38F7C4-6C3D-40D3-9961-2BC86CF717E3}" type="presOf" srcId="{7692907E-F330-4B9D-8161-2D6F4CEA3443}" destId="{A36EA899-B326-4379-8490-D51F94487DEA}" srcOrd="0" destOrd="0" presId="urn:microsoft.com/office/officeart/2005/8/layout/vList2"/>
    <dgm:cxn modelId="{D4E31ED8-4CF6-40F3-8E20-AEF911082D58}" srcId="{3D439B0D-3850-4DD2-A81C-089003561597}" destId="{7458B48A-296F-4A13-A185-BAA32D5C7830}" srcOrd="8" destOrd="0" parTransId="{02EB57E8-DDB8-4D79-84B2-31A8D9581097}" sibTransId="{08DECF0A-8CA5-423A-92E3-6D48C8B61329}"/>
    <dgm:cxn modelId="{0EF154DD-0623-4D05-8CE3-6D7B4CBA8DB4}" type="presOf" srcId="{FD95F351-3D0B-4BE9-8DA6-8456CA4EADF4}" destId="{75689A3A-62E3-4E5D-B757-D93543C6027A}" srcOrd="0" destOrd="0" presId="urn:microsoft.com/office/officeart/2005/8/layout/vList2"/>
    <dgm:cxn modelId="{75939BED-3D55-4A33-BD25-AC66839E774D}" type="presOf" srcId="{B381D6BB-BE7B-419A-939C-C870D9E8BA9B}" destId="{5EEDDFB1-05BC-4C0A-B75A-8F5FD3011657}" srcOrd="0" destOrd="0" presId="urn:microsoft.com/office/officeart/2005/8/layout/vList2"/>
    <dgm:cxn modelId="{A97A95F3-8C57-40C4-AE03-A2583303BCD5}" type="presOf" srcId="{7458B48A-296F-4A13-A185-BAA32D5C7830}" destId="{AC240E7A-738F-48A0-B465-F7C2F204A9AC}" srcOrd="0" destOrd="0" presId="urn:microsoft.com/office/officeart/2005/8/layout/vList2"/>
    <dgm:cxn modelId="{4800AF54-4E1B-44C2-8053-E04C1157067C}" type="presParOf" srcId="{40E3481E-FF3C-4779-9017-B9935B04A91A}" destId="{5EEDDFB1-05BC-4C0A-B75A-8F5FD3011657}" srcOrd="0" destOrd="0" presId="urn:microsoft.com/office/officeart/2005/8/layout/vList2"/>
    <dgm:cxn modelId="{C76BF524-7FC4-483B-A93B-152BB5A3233C}" type="presParOf" srcId="{40E3481E-FF3C-4779-9017-B9935B04A91A}" destId="{5996CA9F-BCFB-4B7E-9E5B-5E86218827A1}" srcOrd="1" destOrd="0" presId="urn:microsoft.com/office/officeart/2005/8/layout/vList2"/>
    <dgm:cxn modelId="{6FB786B4-058E-4B5D-8ACD-9E4408D814D9}" type="presParOf" srcId="{40E3481E-FF3C-4779-9017-B9935B04A91A}" destId="{E06407AC-4EF8-4F0B-9599-5FBE0F505826}" srcOrd="2" destOrd="0" presId="urn:microsoft.com/office/officeart/2005/8/layout/vList2"/>
    <dgm:cxn modelId="{BA6BD8FD-7795-4AEA-96C3-096080C9CA96}" type="presParOf" srcId="{40E3481E-FF3C-4779-9017-B9935B04A91A}" destId="{D576EB7A-7978-4E2D-814C-D7D934F7DFC2}" srcOrd="3" destOrd="0" presId="urn:microsoft.com/office/officeart/2005/8/layout/vList2"/>
    <dgm:cxn modelId="{3AC9853C-C29D-4987-B0EA-360335D213B1}" type="presParOf" srcId="{40E3481E-FF3C-4779-9017-B9935B04A91A}" destId="{17A600FD-8337-45A3-8C0D-870207AFD4FA}" srcOrd="4" destOrd="0" presId="urn:microsoft.com/office/officeart/2005/8/layout/vList2"/>
    <dgm:cxn modelId="{8C1157D2-71BB-4376-AE3E-F4CB0C1BF78A}" type="presParOf" srcId="{40E3481E-FF3C-4779-9017-B9935B04A91A}" destId="{86D75706-6FEF-4C5B-8232-5B4C4AE31168}" srcOrd="5" destOrd="0" presId="urn:microsoft.com/office/officeart/2005/8/layout/vList2"/>
    <dgm:cxn modelId="{F4AD077B-1B58-46CB-947D-5EA38E9197F9}" type="presParOf" srcId="{40E3481E-FF3C-4779-9017-B9935B04A91A}" destId="{73426B0C-B2B9-4CF8-A55F-839EAE061255}" srcOrd="6" destOrd="0" presId="urn:microsoft.com/office/officeart/2005/8/layout/vList2"/>
    <dgm:cxn modelId="{9CB2707C-7BD0-49AF-AE8D-467E58BBB8BF}" type="presParOf" srcId="{40E3481E-FF3C-4779-9017-B9935B04A91A}" destId="{EEFECC53-B794-42AB-AF0D-DEECE284EDC1}" srcOrd="7" destOrd="0" presId="urn:microsoft.com/office/officeart/2005/8/layout/vList2"/>
    <dgm:cxn modelId="{65B1A6B9-266F-429C-95C0-AE0CAF04E649}" type="presParOf" srcId="{40E3481E-FF3C-4779-9017-B9935B04A91A}" destId="{25EC051E-A8B0-456B-A4C3-D641192C1B64}" srcOrd="8" destOrd="0" presId="urn:microsoft.com/office/officeart/2005/8/layout/vList2"/>
    <dgm:cxn modelId="{D2E95C79-7505-45DD-9E9D-95AA5D46A783}" type="presParOf" srcId="{40E3481E-FF3C-4779-9017-B9935B04A91A}" destId="{15D54221-B77F-4B67-87CD-59D3B7A4FE8E}" srcOrd="9" destOrd="0" presId="urn:microsoft.com/office/officeart/2005/8/layout/vList2"/>
    <dgm:cxn modelId="{ED58187F-5E02-4CA8-BA8C-B2879CAE6405}" type="presParOf" srcId="{40E3481E-FF3C-4779-9017-B9935B04A91A}" destId="{1341B6BF-5414-4F8C-A483-0E36F13D268C}" srcOrd="10" destOrd="0" presId="urn:microsoft.com/office/officeart/2005/8/layout/vList2"/>
    <dgm:cxn modelId="{EB460C56-19E7-4D8D-9919-CF8063D33571}" type="presParOf" srcId="{40E3481E-FF3C-4779-9017-B9935B04A91A}" destId="{7CBAFDE5-B8A5-455A-8641-46B35BF4C7CE}" srcOrd="11" destOrd="0" presId="urn:microsoft.com/office/officeart/2005/8/layout/vList2"/>
    <dgm:cxn modelId="{434FA8B9-4409-458D-A183-321A8B28F832}" type="presParOf" srcId="{40E3481E-FF3C-4779-9017-B9935B04A91A}" destId="{E1005DA2-E901-42A3-A10D-91607A7501A8}" srcOrd="12" destOrd="0" presId="urn:microsoft.com/office/officeart/2005/8/layout/vList2"/>
    <dgm:cxn modelId="{9AF0AFB8-9D04-4DF7-9262-82994B5BB860}" type="presParOf" srcId="{40E3481E-FF3C-4779-9017-B9935B04A91A}" destId="{4EBF3109-EF55-4A43-A603-A59E9D84763C}" srcOrd="13" destOrd="0" presId="urn:microsoft.com/office/officeart/2005/8/layout/vList2"/>
    <dgm:cxn modelId="{0639CBA0-F310-4753-9073-50A62EC5BC43}" type="presParOf" srcId="{40E3481E-FF3C-4779-9017-B9935B04A91A}" destId="{75689A3A-62E3-4E5D-B757-D93543C6027A}" srcOrd="14" destOrd="0" presId="urn:microsoft.com/office/officeart/2005/8/layout/vList2"/>
    <dgm:cxn modelId="{4FE63C44-A81E-4076-98AD-EE34F11C921A}" type="presParOf" srcId="{40E3481E-FF3C-4779-9017-B9935B04A91A}" destId="{AA82A9C7-4F21-479B-8A85-CF4A1CC7E9B2}" srcOrd="15" destOrd="0" presId="urn:microsoft.com/office/officeart/2005/8/layout/vList2"/>
    <dgm:cxn modelId="{65E17BB4-82FB-4D41-9333-C0CD1203BF98}" type="presParOf" srcId="{40E3481E-FF3C-4779-9017-B9935B04A91A}" destId="{AC240E7A-738F-48A0-B465-F7C2F204A9AC}" srcOrd="16" destOrd="0" presId="urn:microsoft.com/office/officeart/2005/8/layout/vList2"/>
    <dgm:cxn modelId="{4F49FC4D-917C-413C-949D-0BE429E3DDFE}" type="presParOf" srcId="{40E3481E-FF3C-4779-9017-B9935B04A91A}" destId="{1291FAB7-DC09-4AD9-97A7-E3B2E4DAC4A1}" srcOrd="17" destOrd="0" presId="urn:microsoft.com/office/officeart/2005/8/layout/vList2"/>
    <dgm:cxn modelId="{17245610-C3F4-4774-9B3A-04E81F43F8E6}" type="presParOf" srcId="{40E3481E-FF3C-4779-9017-B9935B04A91A}" destId="{FB9AFAA9-B63A-4FFE-92EB-932D3A3E6C64}" srcOrd="18" destOrd="0" presId="urn:microsoft.com/office/officeart/2005/8/layout/vList2"/>
    <dgm:cxn modelId="{80E7157E-0F1C-4C19-A7A1-D865F9F9CE45}" type="presParOf" srcId="{40E3481E-FF3C-4779-9017-B9935B04A91A}" destId="{E34D7655-58A5-4AA5-A0E0-B0F899653F62}" srcOrd="19" destOrd="0" presId="urn:microsoft.com/office/officeart/2005/8/layout/vList2"/>
    <dgm:cxn modelId="{73607525-AC57-4F40-92DA-0C1444D588A5}" type="presParOf" srcId="{40E3481E-FF3C-4779-9017-B9935B04A91A}" destId="{A36EA899-B326-4379-8490-D51F94487DEA}" srcOrd="20" destOrd="0" presId="urn:microsoft.com/office/officeart/2005/8/layout/vList2"/>
    <dgm:cxn modelId="{8549E339-5867-4196-9B38-A23D4848EF66}" type="presParOf" srcId="{40E3481E-FF3C-4779-9017-B9935B04A91A}" destId="{04642C40-812D-43E0-ADB3-EF3632A18505}" srcOrd="21" destOrd="0" presId="urn:microsoft.com/office/officeart/2005/8/layout/vList2"/>
    <dgm:cxn modelId="{BE5F14A4-1BED-4A0B-B8DB-1BEC4A1A264B}" type="presParOf" srcId="{40E3481E-FF3C-4779-9017-B9935B04A91A}" destId="{58E6AED1-586C-4398-A9A3-019884190B88}" srcOrd="2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DCD589E4-1F8A-4AD9-913C-362F6FD7E97A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496F0FF0-6251-4323-A4CC-CA2C44023296}">
      <dgm:prSet/>
      <dgm:spPr/>
      <dgm:t>
        <a:bodyPr/>
        <a:lstStyle/>
        <a:p>
          <a:r>
            <a:rPr lang="en-US"/>
            <a:t>• ip a – Show IP addresses</a:t>
          </a:r>
        </a:p>
      </dgm:t>
    </dgm:pt>
    <dgm:pt modelId="{9A66F86A-9274-4F5B-A580-FDB0420F1D54}" type="parTrans" cxnId="{F62D4C5E-6B2D-4961-9C56-93C7F33B702F}">
      <dgm:prSet/>
      <dgm:spPr/>
      <dgm:t>
        <a:bodyPr/>
        <a:lstStyle/>
        <a:p>
          <a:endParaRPr lang="en-US"/>
        </a:p>
      </dgm:t>
    </dgm:pt>
    <dgm:pt modelId="{576D9C9C-02A0-4ADC-8B73-5DB3F10640CD}" type="sibTrans" cxnId="{F62D4C5E-6B2D-4961-9C56-93C7F33B702F}">
      <dgm:prSet/>
      <dgm:spPr/>
      <dgm:t>
        <a:bodyPr/>
        <a:lstStyle/>
        <a:p>
          <a:endParaRPr lang="en-US"/>
        </a:p>
      </dgm:t>
    </dgm:pt>
    <dgm:pt modelId="{FA8CF25C-1B1C-412E-B3A4-56A19958BF64}">
      <dgm:prSet/>
      <dgm:spPr/>
      <dgm:t>
        <a:bodyPr/>
        <a:lstStyle/>
        <a:p>
          <a:r>
            <a:rPr lang="en-US"/>
            <a:t>• ip r – Show routing table</a:t>
          </a:r>
        </a:p>
      </dgm:t>
    </dgm:pt>
    <dgm:pt modelId="{BC12B76E-5758-4186-A607-8999B1FB2AC6}" type="parTrans" cxnId="{7CFA31A0-A284-4CC9-98C8-579B7D27ED0E}">
      <dgm:prSet/>
      <dgm:spPr/>
      <dgm:t>
        <a:bodyPr/>
        <a:lstStyle/>
        <a:p>
          <a:endParaRPr lang="en-US"/>
        </a:p>
      </dgm:t>
    </dgm:pt>
    <dgm:pt modelId="{CBC8BF41-F4A4-40AF-99D1-263998354BA2}" type="sibTrans" cxnId="{7CFA31A0-A284-4CC9-98C8-579B7D27ED0E}">
      <dgm:prSet/>
      <dgm:spPr/>
      <dgm:t>
        <a:bodyPr/>
        <a:lstStyle/>
        <a:p>
          <a:endParaRPr lang="en-US"/>
        </a:p>
      </dgm:t>
    </dgm:pt>
    <dgm:pt modelId="{60CB8054-0FEE-4FC8-9BBD-4AE925F6727D}">
      <dgm:prSet/>
      <dgm:spPr/>
      <dgm:t>
        <a:bodyPr/>
        <a:lstStyle/>
        <a:p>
          <a:r>
            <a:rPr lang="en-US"/>
            <a:t>• ping hostname – Check connectivity</a:t>
          </a:r>
        </a:p>
      </dgm:t>
    </dgm:pt>
    <dgm:pt modelId="{5511E09C-F378-4F03-B7F3-4EA49C91BF52}" type="parTrans" cxnId="{86430E68-9980-4CE7-86B6-B457B9166164}">
      <dgm:prSet/>
      <dgm:spPr/>
      <dgm:t>
        <a:bodyPr/>
        <a:lstStyle/>
        <a:p>
          <a:endParaRPr lang="en-US"/>
        </a:p>
      </dgm:t>
    </dgm:pt>
    <dgm:pt modelId="{D44DE9AA-E101-4064-B144-F68CE7463CC5}" type="sibTrans" cxnId="{86430E68-9980-4CE7-86B6-B457B9166164}">
      <dgm:prSet/>
      <dgm:spPr/>
      <dgm:t>
        <a:bodyPr/>
        <a:lstStyle/>
        <a:p>
          <a:endParaRPr lang="en-US"/>
        </a:p>
      </dgm:t>
    </dgm:pt>
    <dgm:pt modelId="{F442879F-7D3D-4F86-BB5A-A274820B7A6A}">
      <dgm:prSet/>
      <dgm:spPr/>
      <dgm:t>
        <a:bodyPr/>
        <a:lstStyle/>
        <a:p>
          <a:r>
            <a:rPr lang="en-US"/>
            <a:t>• netstat -tulnp – Show ports and connections</a:t>
          </a:r>
        </a:p>
      </dgm:t>
    </dgm:pt>
    <dgm:pt modelId="{A395B956-2CA4-4F26-8BB0-C609C6A70D33}" type="parTrans" cxnId="{B592EA7C-B984-411E-95E2-95C5C29AEC3B}">
      <dgm:prSet/>
      <dgm:spPr/>
      <dgm:t>
        <a:bodyPr/>
        <a:lstStyle/>
        <a:p>
          <a:endParaRPr lang="en-US"/>
        </a:p>
      </dgm:t>
    </dgm:pt>
    <dgm:pt modelId="{0909E47E-5A64-4C4C-8941-981CA22EC2C1}" type="sibTrans" cxnId="{B592EA7C-B984-411E-95E2-95C5C29AEC3B}">
      <dgm:prSet/>
      <dgm:spPr/>
      <dgm:t>
        <a:bodyPr/>
        <a:lstStyle/>
        <a:p>
          <a:endParaRPr lang="en-US"/>
        </a:p>
      </dgm:t>
    </dgm:pt>
    <dgm:pt modelId="{C5B31EBC-9EC8-4EAE-B420-B971CFF1AEB4}">
      <dgm:prSet/>
      <dgm:spPr/>
      <dgm:t>
        <a:bodyPr/>
        <a:lstStyle/>
        <a:p>
          <a:r>
            <a:rPr lang="en-US"/>
            <a:t>• ss -tuln – Faster alternative to netstat</a:t>
          </a:r>
        </a:p>
      </dgm:t>
    </dgm:pt>
    <dgm:pt modelId="{0E63DA6A-DE70-452E-945B-73B0A5CDA659}" type="parTrans" cxnId="{6B84CE56-401B-4268-8F63-FDF70BE15805}">
      <dgm:prSet/>
      <dgm:spPr/>
      <dgm:t>
        <a:bodyPr/>
        <a:lstStyle/>
        <a:p>
          <a:endParaRPr lang="en-US"/>
        </a:p>
      </dgm:t>
    </dgm:pt>
    <dgm:pt modelId="{1E4D8463-5193-47FC-9816-A44AFD314F1C}" type="sibTrans" cxnId="{6B84CE56-401B-4268-8F63-FDF70BE15805}">
      <dgm:prSet/>
      <dgm:spPr/>
      <dgm:t>
        <a:bodyPr/>
        <a:lstStyle/>
        <a:p>
          <a:endParaRPr lang="en-US"/>
        </a:p>
      </dgm:t>
    </dgm:pt>
    <dgm:pt modelId="{19A51579-101B-411E-A881-5B24A41C583E}">
      <dgm:prSet/>
      <dgm:spPr/>
      <dgm:t>
        <a:bodyPr/>
        <a:lstStyle/>
        <a:p>
          <a:r>
            <a:rPr lang="en-US"/>
            <a:t>• nmcli – Manage network settings</a:t>
          </a:r>
        </a:p>
      </dgm:t>
    </dgm:pt>
    <dgm:pt modelId="{9BDF32AF-8B3E-4182-928C-72AC0325CC35}" type="parTrans" cxnId="{CEDE1CDF-FF78-4A45-9D25-87332DB66EF8}">
      <dgm:prSet/>
      <dgm:spPr/>
      <dgm:t>
        <a:bodyPr/>
        <a:lstStyle/>
        <a:p>
          <a:endParaRPr lang="en-US"/>
        </a:p>
      </dgm:t>
    </dgm:pt>
    <dgm:pt modelId="{4D23127B-5024-45C7-A8E7-0C485151551C}" type="sibTrans" cxnId="{CEDE1CDF-FF78-4A45-9D25-87332DB66EF8}">
      <dgm:prSet/>
      <dgm:spPr/>
      <dgm:t>
        <a:bodyPr/>
        <a:lstStyle/>
        <a:p>
          <a:endParaRPr lang="en-US"/>
        </a:p>
      </dgm:t>
    </dgm:pt>
    <dgm:pt modelId="{5FCA4316-9838-4482-AC23-8FB96AD8D57F}" type="pres">
      <dgm:prSet presAssocID="{DCD589E4-1F8A-4AD9-913C-362F6FD7E97A}" presName="root" presStyleCnt="0">
        <dgm:presLayoutVars>
          <dgm:dir/>
          <dgm:resizeHandles val="exact"/>
        </dgm:presLayoutVars>
      </dgm:prSet>
      <dgm:spPr/>
    </dgm:pt>
    <dgm:pt modelId="{E72999CC-78F4-4A37-A0D0-92AD9FACC255}" type="pres">
      <dgm:prSet presAssocID="{496F0FF0-6251-4323-A4CC-CA2C44023296}" presName="compNode" presStyleCnt="0"/>
      <dgm:spPr/>
    </dgm:pt>
    <dgm:pt modelId="{96052134-653D-4214-BE12-AF7519D57F0B}" type="pres">
      <dgm:prSet presAssocID="{496F0FF0-6251-4323-A4CC-CA2C44023296}" presName="bgRect" presStyleLbl="bgShp" presStyleIdx="0" presStyleCnt="6"/>
      <dgm:spPr/>
    </dgm:pt>
    <dgm:pt modelId="{3027D542-4FB5-45F9-80C9-ED009D60BAC3}" type="pres">
      <dgm:prSet presAssocID="{496F0FF0-6251-4323-A4CC-CA2C44023296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rver"/>
        </a:ext>
      </dgm:extLst>
    </dgm:pt>
    <dgm:pt modelId="{8BDDA32A-F891-4B69-9BE4-EA35145237B5}" type="pres">
      <dgm:prSet presAssocID="{496F0FF0-6251-4323-A4CC-CA2C44023296}" presName="spaceRect" presStyleCnt="0"/>
      <dgm:spPr/>
    </dgm:pt>
    <dgm:pt modelId="{1D400BFA-79E9-495E-9C97-3F585CBBFD59}" type="pres">
      <dgm:prSet presAssocID="{496F0FF0-6251-4323-A4CC-CA2C44023296}" presName="parTx" presStyleLbl="revTx" presStyleIdx="0" presStyleCnt="6">
        <dgm:presLayoutVars>
          <dgm:chMax val="0"/>
          <dgm:chPref val="0"/>
        </dgm:presLayoutVars>
      </dgm:prSet>
      <dgm:spPr/>
    </dgm:pt>
    <dgm:pt modelId="{E1C7AAF7-0978-4BCC-9740-F6A7F2490341}" type="pres">
      <dgm:prSet presAssocID="{576D9C9C-02A0-4ADC-8B73-5DB3F10640CD}" presName="sibTrans" presStyleCnt="0"/>
      <dgm:spPr/>
    </dgm:pt>
    <dgm:pt modelId="{A34D9C45-AAE2-46F6-8B91-6BD545C3B964}" type="pres">
      <dgm:prSet presAssocID="{FA8CF25C-1B1C-412E-B3A4-56A19958BF64}" presName="compNode" presStyleCnt="0"/>
      <dgm:spPr/>
    </dgm:pt>
    <dgm:pt modelId="{3FBE7C8B-1F11-4E51-A9A9-802902285C0E}" type="pres">
      <dgm:prSet presAssocID="{FA8CF25C-1B1C-412E-B3A4-56A19958BF64}" presName="bgRect" presStyleLbl="bgShp" presStyleIdx="1" presStyleCnt="6"/>
      <dgm:spPr/>
    </dgm:pt>
    <dgm:pt modelId="{67B8A741-1BA9-44EE-825A-CE035B873C1C}" type="pres">
      <dgm:prSet presAssocID="{FA8CF25C-1B1C-412E-B3A4-56A19958BF64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F99ACF2A-5772-4419-B782-05D3F221160A}" type="pres">
      <dgm:prSet presAssocID="{FA8CF25C-1B1C-412E-B3A4-56A19958BF64}" presName="spaceRect" presStyleCnt="0"/>
      <dgm:spPr/>
    </dgm:pt>
    <dgm:pt modelId="{F348FBD2-DCF0-45BC-A08E-30551338AB91}" type="pres">
      <dgm:prSet presAssocID="{FA8CF25C-1B1C-412E-B3A4-56A19958BF64}" presName="parTx" presStyleLbl="revTx" presStyleIdx="1" presStyleCnt="6">
        <dgm:presLayoutVars>
          <dgm:chMax val="0"/>
          <dgm:chPref val="0"/>
        </dgm:presLayoutVars>
      </dgm:prSet>
      <dgm:spPr/>
    </dgm:pt>
    <dgm:pt modelId="{BAA73C00-775E-4406-AFA5-BEB11E8AE626}" type="pres">
      <dgm:prSet presAssocID="{CBC8BF41-F4A4-40AF-99D1-263998354BA2}" presName="sibTrans" presStyleCnt="0"/>
      <dgm:spPr/>
    </dgm:pt>
    <dgm:pt modelId="{3555A53D-142E-47FC-9A0C-A2AEF3F22564}" type="pres">
      <dgm:prSet presAssocID="{60CB8054-0FEE-4FC8-9BBD-4AE925F6727D}" presName="compNode" presStyleCnt="0"/>
      <dgm:spPr/>
    </dgm:pt>
    <dgm:pt modelId="{56973988-1779-4EF4-9493-143D76D0B468}" type="pres">
      <dgm:prSet presAssocID="{60CB8054-0FEE-4FC8-9BBD-4AE925F6727D}" presName="bgRect" presStyleLbl="bgShp" presStyleIdx="2" presStyleCnt="6"/>
      <dgm:spPr/>
    </dgm:pt>
    <dgm:pt modelId="{EE2017A0-7399-4DA9-A610-116780F23D6C}" type="pres">
      <dgm:prSet presAssocID="{60CB8054-0FEE-4FC8-9BBD-4AE925F6727D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ble tennis"/>
        </a:ext>
      </dgm:extLst>
    </dgm:pt>
    <dgm:pt modelId="{0325023D-151F-4ECB-B233-A0FB64E23896}" type="pres">
      <dgm:prSet presAssocID="{60CB8054-0FEE-4FC8-9BBD-4AE925F6727D}" presName="spaceRect" presStyleCnt="0"/>
      <dgm:spPr/>
    </dgm:pt>
    <dgm:pt modelId="{4B13E14B-4B7D-4866-B530-5BB384F52B3B}" type="pres">
      <dgm:prSet presAssocID="{60CB8054-0FEE-4FC8-9BBD-4AE925F6727D}" presName="parTx" presStyleLbl="revTx" presStyleIdx="2" presStyleCnt="6">
        <dgm:presLayoutVars>
          <dgm:chMax val="0"/>
          <dgm:chPref val="0"/>
        </dgm:presLayoutVars>
      </dgm:prSet>
      <dgm:spPr/>
    </dgm:pt>
    <dgm:pt modelId="{4AE83420-4406-464C-90B7-321C4EDF2B8C}" type="pres">
      <dgm:prSet presAssocID="{D44DE9AA-E101-4064-B144-F68CE7463CC5}" presName="sibTrans" presStyleCnt="0"/>
      <dgm:spPr/>
    </dgm:pt>
    <dgm:pt modelId="{DEB9945B-7E58-4BDB-9F11-7ED94DBBB57A}" type="pres">
      <dgm:prSet presAssocID="{F442879F-7D3D-4F86-BB5A-A274820B7A6A}" presName="compNode" presStyleCnt="0"/>
      <dgm:spPr/>
    </dgm:pt>
    <dgm:pt modelId="{05BF6A53-E97B-4037-8569-29049FFF319E}" type="pres">
      <dgm:prSet presAssocID="{F442879F-7D3D-4F86-BB5A-A274820B7A6A}" presName="bgRect" presStyleLbl="bgShp" presStyleIdx="3" presStyleCnt="6"/>
      <dgm:spPr/>
    </dgm:pt>
    <dgm:pt modelId="{CFDFE580-6BBF-4D3A-B123-7A07B4B51252}" type="pres">
      <dgm:prSet presAssocID="{F442879F-7D3D-4F86-BB5A-A274820B7A6A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ug boat"/>
        </a:ext>
      </dgm:extLst>
    </dgm:pt>
    <dgm:pt modelId="{3B47DB64-D2FF-4B9C-8682-2BF7471C09BF}" type="pres">
      <dgm:prSet presAssocID="{F442879F-7D3D-4F86-BB5A-A274820B7A6A}" presName="spaceRect" presStyleCnt="0"/>
      <dgm:spPr/>
    </dgm:pt>
    <dgm:pt modelId="{E33BD0FD-5C53-4AC0-BA0E-8613B2BBEFFC}" type="pres">
      <dgm:prSet presAssocID="{F442879F-7D3D-4F86-BB5A-A274820B7A6A}" presName="parTx" presStyleLbl="revTx" presStyleIdx="3" presStyleCnt="6">
        <dgm:presLayoutVars>
          <dgm:chMax val="0"/>
          <dgm:chPref val="0"/>
        </dgm:presLayoutVars>
      </dgm:prSet>
      <dgm:spPr/>
    </dgm:pt>
    <dgm:pt modelId="{8071A42A-F6C7-4B56-A8E2-96BB33C10CC6}" type="pres">
      <dgm:prSet presAssocID="{0909E47E-5A64-4C4C-8941-981CA22EC2C1}" presName="sibTrans" presStyleCnt="0"/>
      <dgm:spPr/>
    </dgm:pt>
    <dgm:pt modelId="{C9201059-BCC3-4B25-B2E3-49F083453549}" type="pres">
      <dgm:prSet presAssocID="{C5B31EBC-9EC8-4EAE-B420-B971CFF1AEB4}" presName="compNode" presStyleCnt="0"/>
      <dgm:spPr/>
    </dgm:pt>
    <dgm:pt modelId="{26B945EC-164D-4C35-A427-4CDD10B27297}" type="pres">
      <dgm:prSet presAssocID="{C5B31EBC-9EC8-4EAE-B420-B971CFF1AEB4}" presName="bgRect" presStyleLbl="bgShp" presStyleIdx="4" presStyleCnt="6"/>
      <dgm:spPr/>
    </dgm:pt>
    <dgm:pt modelId="{D2F4D9B8-4B82-4566-9215-A792DA1F53A5}" type="pres">
      <dgm:prSet presAssocID="{C5B31EBC-9EC8-4EAE-B420-B971CFF1AEB4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emote control"/>
        </a:ext>
      </dgm:extLst>
    </dgm:pt>
    <dgm:pt modelId="{6788A54E-0EA0-414E-96A4-DC7AAB47DB4B}" type="pres">
      <dgm:prSet presAssocID="{C5B31EBC-9EC8-4EAE-B420-B971CFF1AEB4}" presName="spaceRect" presStyleCnt="0"/>
      <dgm:spPr/>
    </dgm:pt>
    <dgm:pt modelId="{A82A7D77-E510-4494-86F2-BA6F722A759E}" type="pres">
      <dgm:prSet presAssocID="{C5B31EBC-9EC8-4EAE-B420-B971CFF1AEB4}" presName="parTx" presStyleLbl="revTx" presStyleIdx="4" presStyleCnt="6">
        <dgm:presLayoutVars>
          <dgm:chMax val="0"/>
          <dgm:chPref val="0"/>
        </dgm:presLayoutVars>
      </dgm:prSet>
      <dgm:spPr/>
    </dgm:pt>
    <dgm:pt modelId="{0172F804-B355-4C88-999C-00B123538262}" type="pres">
      <dgm:prSet presAssocID="{1E4D8463-5193-47FC-9816-A44AFD314F1C}" presName="sibTrans" presStyleCnt="0"/>
      <dgm:spPr/>
    </dgm:pt>
    <dgm:pt modelId="{9F74D5A9-E6AC-4806-83B4-B977F197A9FB}" type="pres">
      <dgm:prSet presAssocID="{19A51579-101B-411E-A881-5B24A41C583E}" presName="compNode" presStyleCnt="0"/>
      <dgm:spPr/>
    </dgm:pt>
    <dgm:pt modelId="{DD39E209-589C-4DF8-94A9-629932A4FC34}" type="pres">
      <dgm:prSet presAssocID="{19A51579-101B-411E-A881-5B24A41C583E}" presName="bgRect" presStyleLbl="bgShp" presStyleIdx="5" presStyleCnt="6"/>
      <dgm:spPr/>
    </dgm:pt>
    <dgm:pt modelId="{3F4FF5E8-D83A-4DDE-A17A-439A3DF29E03}" type="pres">
      <dgm:prSet presAssocID="{19A51579-101B-411E-A881-5B24A41C583E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 Network"/>
        </a:ext>
      </dgm:extLst>
    </dgm:pt>
    <dgm:pt modelId="{213C30F3-1598-4CEB-BEA6-39D4778A01B8}" type="pres">
      <dgm:prSet presAssocID="{19A51579-101B-411E-A881-5B24A41C583E}" presName="spaceRect" presStyleCnt="0"/>
      <dgm:spPr/>
    </dgm:pt>
    <dgm:pt modelId="{5CB7DA5F-33A9-4F83-8DF3-86D9C7923A56}" type="pres">
      <dgm:prSet presAssocID="{19A51579-101B-411E-A881-5B24A41C583E}" presName="parTx" presStyleLbl="revTx" presStyleIdx="5" presStyleCnt="6">
        <dgm:presLayoutVars>
          <dgm:chMax val="0"/>
          <dgm:chPref val="0"/>
        </dgm:presLayoutVars>
      </dgm:prSet>
      <dgm:spPr/>
    </dgm:pt>
  </dgm:ptLst>
  <dgm:cxnLst>
    <dgm:cxn modelId="{2CC38103-9059-4E3E-BCFC-C9C9A8DF52BF}" type="presOf" srcId="{F442879F-7D3D-4F86-BB5A-A274820B7A6A}" destId="{E33BD0FD-5C53-4AC0-BA0E-8613B2BBEFFC}" srcOrd="0" destOrd="0" presId="urn:microsoft.com/office/officeart/2018/2/layout/IconVerticalSolidList"/>
    <dgm:cxn modelId="{F62D4C5E-6B2D-4961-9C56-93C7F33B702F}" srcId="{DCD589E4-1F8A-4AD9-913C-362F6FD7E97A}" destId="{496F0FF0-6251-4323-A4CC-CA2C44023296}" srcOrd="0" destOrd="0" parTransId="{9A66F86A-9274-4F5B-A580-FDB0420F1D54}" sibTransId="{576D9C9C-02A0-4ADC-8B73-5DB3F10640CD}"/>
    <dgm:cxn modelId="{86430E68-9980-4CE7-86B6-B457B9166164}" srcId="{DCD589E4-1F8A-4AD9-913C-362F6FD7E97A}" destId="{60CB8054-0FEE-4FC8-9BBD-4AE925F6727D}" srcOrd="2" destOrd="0" parTransId="{5511E09C-F378-4F03-B7F3-4EA49C91BF52}" sibTransId="{D44DE9AA-E101-4064-B144-F68CE7463CC5}"/>
    <dgm:cxn modelId="{34B56054-E7A2-4ED3-AC7C-B8F7E04880FA}" type="presOf" srcId="{DCD589E4-1F8A-4AD9-913C-362F6FD7E97A}" destId="{5FCA4316-9838-4482-AC23-8FB96AD8D57F}" srcOrd="0" destOrd="0" presId="urn:microsoft.com/office/officeart/2018/2/layout/IconVerticalSolidList"/>
    <dgm:cxn modelId="{6B84CE56-401B-4268-8F63-FDF70BE15805}" srcId="{DCD589E4-1F8A-4AD9-913C-362F6FD7E97A}" destId="{C5B31EBC-9EC8-4EAE-B420-B971CFF1AEB4}" srcOrd="4" destOrd="0" parTransId="{0E63DA6A-DE70-452E-945B-73B0A5CDA659}" sibTransId="{1E4D8463-5193-47FC-9816-A44AFD314F1C}"/>
    <dgm:cxn modelId="{B592EA7C-B984-411E-95E2-95C5C29AEC3B}" srcId="{DCD589E4-1F8A-4AD9-913C-362F6FD7E97A}" destId="{F442879F-7D3D-4F86-BB5A-A274820B7A6A}" srcOrd="3" destOrd="0" parTransId="{A395B956-2CA4-4F26-8BB0-C609C6A70D33}" sibTransId="{0909E47E-5A64-4C4C-8941-981CA22EC2C1}"/>
    <dgm:cxn modelId="{6828AB8D-7CB1-4C16-8E28-5675BD43F56B}" type="presOf" srcId="{60CB8054-0FEE-4FC8-9BBD-4AE925F6727D}" destId="{4B13E14B-4B7D-4866-B530-5BB384F52B3B}" srcOrd="0" destOrd="0" presId="urn:microsoft.com/office/officeart/2018/2/layout/IconVerticalSolidList"/>
    <dgm:cxn modelId="{7CFA31A0-A284-4CC9-98C8-579B7D27ED0E}" srcId="{DCD589E4-1F8A-4AD9-913C-362F6FD7E97A}" destId="{FA8CF25C-1B1C-412E-B3A4-56A19958BF64}" srcOrd="1" destOrd="0" parTransId="{BC12B76E-5758-4186-A607-8999B1FB2AC6}" sibTransId="{CBC8BF41-F4A4-40AF-99D1-263998354BA2}"/>
    <dgm:cxn modelId="{95058FC8-8053-41AD-99AD-DE0EDC902D90}" type="presOf" srcId="{C5B31EBC-9EC8-4EAE-B420-B971CFF1AEB4}" destId="{A82A7D77-E510-4494-86F2-BA6F722A759E}" srcOrd="0" destOrd="0" presId="urn:microsoft.com/office/officeart/2018/2/layout/IconVerticalSolidList"/>
    <dgm:cxn modelId="{8077FBDA-700B-4651-8723-A62307B5D13E}" type="presOf" srcId="{19A51579-101B-411E-A881-5B24A41C583E}" destId="{5CB7DA5F-33A9-4F83-8DF3-86D9C7923A56}" srcOrd="0" destOrd="0" presId="urn:microsoft.com/office/officeart/2018/2/layout/IconVerticalSolidList"/>
    <dgm:cxn modelId="{CEDE1CDF-FF78-4A45-9D25-87332DB66EF8}" srcId="{DCD589E4-1F8A-4AD9-913C-362F6FD7E97A}" destId="{19A51579-101B-411E-A881-5B24A41C583E}" srcOrd="5" destOrd="0" parTransId="{9BDF32AF-8B3E-4182-928C-72AC0325CC35}" sibTransId="{4D23127B-5024-45C7-A8E7-0C485151551C}"/>
    <dgm:cxn modelId="{2750C3FA-EB0B-43E6-BA7C-9F93899EA59C}" type="presOf" srcId="{496F0FF0-6251-4323-A4CC-CA2C44023296}" destId="{1D400BFA-79E9-495E-9C97-3F585CBBFD59}" srcOrd="0" destOrd="0" presId="urn:microsoft.com/office/officeart/2018/2/layout/IconVerticalSolidList"/>
    <dgm:cxn modelId="{0B3E43FF-BF91-4FAD-AFE3-E73E1179BA79}" type="presOf" srcId="{FA8CF25C-1B1C-412E-B3A4-56A19958BF64}" destId="{F348FBD2-DCF0-45BC-A08E-30551338AB91}" srcOrd="0" destOrd="0" presId="urn:microsoft.com/office/officeart/2018/2/layout/IconVerticalSolidList"/>
    <dgm:cxn modelId="{3FEABF29-6E0E-4ADF-AEBA-F08405DB5D55}" type="presParOf" srcId="{5FCA4316-9838-4482-AC23-8FB96AD8D57F}" destId="{E72999CC-78F4-4A37-A0D0-92AD9FACC255}" srcOrd="0" destOrd="0" presId="urn:microsoft.com/office/officeart/2018/2/layout/IconVerticalSolidList"/>
    <dgm:cxn modelId="{E148460F-DD55-4E05-9189-33F779324347}" type="presParOf" srcId="{E72999CC-78F4-4A37-A0D0-92AD9FACC255}" destId="{96052134-653D-4214-BE12-AF7519D57F0B}" srcOrd="0" destOrd="0" presId="urn:microsoft.com/office/officeart/2018/2/layout/IconVerticalSolidList"/>
    <dgm:cxn modelId="{8A0557CA-A0C7-4324-AC11-0C1D50C4E258}" type="presParOf" srcId="{E72999CC-78F4-4A37-A0D0-92AD9FACC255}" destId="{3027D542-4FB5-45F9-80C9-ED009D60BAC3}" srcOrd="1" destOrd="0" presId="urn:microsoft.com/office/officeart/2018/2/layout/IconVerticalSolidList"/>
    <dgm:cxn modelId="{A0819C5E-F4B4-4457-B3C0-40B04FA5BDB8}" type="presParOf" srcId="{E72999CC-78F4-4A37-A0D0-92AD9FACC255}" destId="{8BDDA32A-F891-4B69-9BE4-EA35145237B5}" srcOrd="2" destOrd="0" presId="urn:microsoft.com/office/officeart/2018/2/layout/IconVerticalSolidList"/>
    <dgm:cxn modelId="{A167845B-CDDD-49D7-BEF5-B606A67DE075}" type="presParOf" srcId="{E72999CC-78F4-4A37-A0D0-92AD9FACC255}" destId="{1D400BFA-79E9-495E-9C97-3F585CBBFD59}" srcOrd="3" destOrd="0" presId="urn:microsoft.com/office/officeart/2018/2/layout/IconVerticalSolidList"/>
    <dgm:cxn modelId="{C83B68DC-6216-4C52-9F92-E868B01C4F7D}" type="presParOf" srcId="{5FCA4316-9838-4482-AC23-8FB96AD8D57F}" destId="{E1C7AAF7-0978-4BCC-9740-F6A7F2490341}" srcOrd="1" destOrd="0" presId="urn:microsoft.com/office/officeart/2018/2/layout/IconVerticalSolidList"/>
    <dgm:cxn modelId="{E00EFAC1-7BA7-49BC-A699-A25C6C27F483}" type="presParOf" srcId="{5FCA4316-9838-4482-AC23-8FB96AD8D57F}" destId="{A34D9C45-AAE2-46F6-8B91-6BD545C3B964}" srcOrd="2" destOrd="0" presId="urn:microsoft.com/office/officeart/2018/2/layout/IconVerticalSolidList"/>
    <dgm:cxn modelId="{00EA0E59-1375-4A46-8B9A-AF3854600AFA}" type="presParOf" srcId="{A34D9C45-AAE2-46F6-8B91-6BD545C3B964}" destId="{3FBE7C8B-1F11-4E51-A9A9-802902285C0E}" srcOrd="0" destOrd="0" presId="urn:microsoft.com/office/officeart/2018/2/layout/IconVerticalSolidList"/>
    <dgm:cxn modelId="{24847B92-C318-4F79-A58C-B2C56447F0B6}" type="presParOf" srcId="{A34D9C45-AAE2-46F6-8B91-6BD545C3B964}" destId="{67B8A741-1BA9-44EE-825A-CE035B873C1C}" srcOrd="1" destOrd="0" presId="urn:microsoft.com/office/officeart/2018/2/layout/IconVerticalSolidList"/>
    <dgm:cxn modelId="{0D9B4A75-8EBD-480F-B40E-1C4EF4BDB5DA}" type="presParOf" srcId="{A34D9C45-AAE2-46F6-8B91-6BD545C3B964}" destId="{F99ACF2A-5772-4419-B782-05D3F221160A}" srcOrd="2" destOrd="0" presId="urn:microsoft.com/office/officeart/2018/2/layout/IconVerticalSolidList"/>
    <dgm:cxn modelId="{0357C0F8-B2B6-4567-B8D5-FA408E612CFB}" type="presParOf" srcId="{A34D9C45-AAE2-46F6-8B91-6BD545C3B964}" destId="{F348FBD2-DCF0-45BC-A08E-30551338AB91}" srcOrd="3" destOrd="0" presId="urn:microsoft.com/office/officeart/2018/2/layout/IconVerticalSolidList"/>
    <dgm:cxn modelId="{0E6C74EA-67FC-46F7-B31B-3221D631E26C}" type="presParOf" srcId="{5FCA4316-9838-4482-AC23-8FB96AD8D57F}" destId="{BAA73C00-775E-4406-AFA5-BEB11E8AE626}" srcOrd="3" destOrd="0" presId="urn:microsoft.com/office/officeart/2018/2/layout/IconVerticalSolidList"/>
    <dgm:cxn modelId="{F6FF78D6-E6F8-4A38-9A0C-9AAE24C51AE1}" type="presParOf" srcId="{5FCA4316-9838-4482-AC23-8FB96AD8D57F}" destId="{3555A53D-142E-47FC-9A0C-A2AEF3F22564}" srcOrd="4" destOrd="0" presId="urn:microsoft.com/office/officeart/2018/2/layout/IconVerticalSolidList"/>
    <dgm:cxn modelId="{98525753-D8F7-46F7-ADB4-20801874E6FF}" type="presParOf" srcId="{3555A53D-142E-47FC-9A0C-A2AEF3F22564}" destId="{56973988-1779-4EF4-9493-143D76D0B468}" srcOrd="0" destOrd="0" presId="urn:microsoft.com/office/officeart/2018/2/layout/IconVerticalSolidList"/>
    <dgm:cxn modelId="{25695A09-9A89-4B5C-828B-8A374515BF16}" type="presParOf" srcId="{3555A53D-142E-47FC-9A0C-A2AEF3F22564}" destId="{EE2017A0-7399-4DA9-A610-116780F23D6C}" srcOrd="1" destOrd="0" presId="urn:microsoft.com/office/officeart/2018/2/layout/IconVerticalSolidList"/>
    <dgm:cxn modelId="{929D4C73-E493-49F7-97AC-89CDB9162926}" type="presParOf" srcId="{3555A53D-142E-47FC-9A0C-A2AEF3F22564}" destId="{0325023D-151F-4ECB-B233-A0FB64E23896}" srcOrd="2" destOrd="0" presId="urn:microsoft.com/office/officeart/2018/2/layout/IconVerticalSolidList"/>
    <dgm:cxn modelId="{808E6A7F-ECC5-4747-8582-5593DAAEB2EF}" type="presParOf" srcId="{3555A53D-142E-47FC-9A0C-A2AEF3F22564}" destId="{4B13E14B-4B7D-4866-B530-5BB384F52B3B}" srcOrd="3" destOrd="0" presId="urn:microsoft.com/office/officeart/2018/2/layout/IconVerticalSolidList"/>
    <dgm:cxn modelId="{E33B4CD8-962E-4828-8034-E4C9EDFB291B}" type="presParOf" srcId="{5FCA4316-9838-4482-AC23-8FB96AD8D57F}" destId="{4AE83420-4406-464C-90B7-321C4EDF2B8C}" srcOrd="5" destOrd="0" presId="urn:microsoft.com/office/officeart/2018/2/layout/IconVerticalSolidList"/>
    <dgm:cxn modelId="{3D7FD556-B5AA-48D9-8122-7370F6149479}" type="presParOf" srcId="{5FCA4316-9838-4482-AC23-8FB96AD8D57F}" destId="{DEB9945B-7E58-4BDB-9F11-7ED94DBBB57A}" srcOrd="6" destOrd="0" presId="urn:microsoft.com/office/officeart/2018/2/layout/IconVerticalSolidList"/>
    <dgm:cxn modelId="{FC2B22D2-FB36-4DD9-BFE4-4FAFDF2B2F90}" type="presParOf" srcId="{DEB9945B-7E58-4BDB-9F11-7ED94DBBB57A}" destId="{05BF6A53-E97B-4037-8569-29049FFF319E}" srcOrd="0" destOrd="0" presId="urn:microsoft.com/office/officeart/2018/2/layout/IconVerticalSolidList"/>
    <dgm:cxn modelId="{D6D4575C-36EF-400F-9A67-E3074A98CE33}" type="presParOf" srcId="{DEB9945B-7E58-4BDB-9F11-7ED94DBBB57A}" destId="{CFDFE580-6BBF-4D3A-B123-7A07B4B51252}" srcOrd="1" destOrd="0" presId="urn:microsoft.com/office/officeart/2018/2/layout/IconVerticalSolidList"/>
    <dgm:cxn modelId="{E536FB4C-949B-4D58-8D40-8277F48DD6BE}" type="presParOf" srcId="{DEB9945B-7E58-4BDB-9F11-7ED94DBBB57A}" destId="{3B47DB64-D2FF-4B9C-8682-2BF7471C09BF}" srcOrd="2" destOrd="0" presId="urn:microsoft.com/office/officeart/2018/2/layout/IconVerticalSolidList"/>
    <dgm:cxn modelId="{3C229AAD-C3A5-45B6-BF1F-59728281AFE9}" type="presParOf" srcId="{DEB9945B-7E58-4BDB-9F11-7ED94DBBB57A}" destId="{E33BD0FD-5C53-4AC0-BA0E-8613B2BBEFFC}" srcOrd="3" destOrd="0" presId="urn:microsoft.com/office/officeart/2018/2/layout/IconVerticalSolidList"/>
    <dgm:cxn modelId="{205CE6ED-2A64-45C9-96F0-85BFD0D69292}" type="presParOf" srcId="{5FCA4316-9838-4482-AC23-8FB96AD8D57F}" destId="{8071A42A-F6C7-4B56-A8E2-96BB33C10CC6}" srcOrd="7" destOrd="0" presId="urn:microsoft.com/office/officeart/2018/2/layout/IconVerticalSolidList"/>
    <dgm:cxn modelId="{F5AE9B42-F8CD-4BAF-8263-3E4344E29210}" type="presParOf" srcId="{5FCA4316-9838-4482-AC23-8FB96AD8D57F}" destId="{C9201059-BCC3-4B25-B2E3-49F083453549}" srcOrd="8" destOrd="0" presId="urn:microsoft.com/office/officeart/2018/2/layout/IconVerticalSolidList"/>
    <dgm:cxn modelId="{B9BDD1B5-31CC-41A1-84AE-73B0C46F9D5E}" type="presParOf" srcId="{C9201059-BCC3-4B25-B2E3-49F083453549}" destId="{26B945EC-164D-4C35-A427-4CDD10B27297}" srcOrd="0" destOrd="0" presId="urn:microsoft.com/office/officeart/2018/2/layout/IconVerticalSolidList"/>
    <dgm:cxn modelId="{23667E32-9F51-43A4-A96B-CFA283C7DDFE}" type="presParOf" srcId="{C9201059-BCC3-4B25-B2E3-49F083453549}" destId="{D2F4D9B8-4B82-4566-9215-A792DA1F53A5}" srcOrd="1" destOrd="0" presId="urn:microsoft.com/office/officeart/2018/2/layout/IconVerticalSolidList"/>
    <dgm:cxn modelId="{0D903CAD-49BE-4619-8427-18CAC2513344}" type="presParOf" srcId="{C9201059-BCC3-4B25-B2E3-49F083453549}" destId="{6788A54E-0EA0-414E-96A4-DC7AAB47DB4B}" srcOrd="2" destOrd="0" presId="urn:microsoft.com/office/officeart/2018/2/layout/IconVerticalSolidList"/>
    <dgm:cxn modelId="{E2290952-A7E5-4FAC-A225-3F48C78841EC}" type="presParOf" srcId="{C9201059-BCC3-4B25-B2E3-49F083453549}" destId="{A82A7D77-E510-4494-86F2-BA6F722A759E}" srcOrd="3" destOrd="0" presId="urn:microsoft.com/office/officeart/2018/2/layout/IconVerticalSolidList"/>
    <dgm:cxn modelId="{0971B8C1-A797-4140-A807-F5754518CA73}" type="presParOf" srcId="{5FCA4316-9838-4482-AC23-8FB96AD8D57F}" destId="{0172F804-B355-4C88-999C-00B123538262}" srcOrd="9" destOrd="0" presId="urn:microsoft.com/office/officeart/2018/2/layout/IconVerticalSolidList"/>
    <dgm:cxn modelId="{DD1E86A5-C9FE-4BE5-A16E-F515B6FC4B66}" type="presParOf" srcId="{5FCA4316-9838-4482-AC23-8FB96AD8D57F}" destId="{9F74D5A9-E6AC-4806-83B4-B977F197A9FB}" srcOrd="10" destOrd="0" presId="urn:microsoft.com/office/officeart/2018/2/layout/IconVerticalSolidList"/>
    <dgm:cxn modelId="{35DDD9EB-E0CD-4187-9782-3D449F08F2C4}" type="presParOf" srcId="{9F74D5A9-E6AC-4806-83B4-B977F197A9FB}" destId="{DD39E209-589C-4DF8-94A9-629932A4FC34}" srcOrd="0" destOrd="0" presId="urn:microsoft.com/office/officeart/2018/2/layout/IconVerticalSolidList"/>
    <dgm:cxn modelId="{D881E169-0A6D-4609-8329-FE8EA96066EF}" type="presParOf" srcId="{9F74D5A9-E6AC-4806-83B4-B977F197A9FB}" destId="{3F4FF5E8-D83A-4DDE-A17A-439A3DF29E03}" srcOrd="1" destOrd="0" presId="urn:microsoft.com/office/officeart/2018/2/layout/IconVerticalSolidList"/>
    <dgm:cxn modelId="{7D6814F6-8409-4203-9358-75E0348A8349}" type="presParOf" srcId="{9F74D5A9-E6AC-4806-83B4-B977F197A9FB}" destId="{213C30F3-1598-4CEB-BEA6-39D4778A01B8}" srcOrd="2" destOrd="0" presId="urn:microsoft.com/office/officeart/2018/2/layout/IconVerticalSolidList"/>
    <dgm:cxn modelId="{84BD6D52-328D-4153-8481-36E813663CF8}" type="presParOf" srcId="{9F74D5A9-E6AC-4806-83B4-B977F197A9FB}" destId="{5CB7DA5F-33A9-4F83-8DF3-86D9C7923A56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84601670-E0D8-4521-B6E7-28B6610A1D2A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7BF6CB10-5DF8-4C2A-94A5-6595A6A9C9DE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b="0" i="0"/>
            <a:t>- Linux is open-source and widely used</a:t>
          </a:r>
          <a:endParaRPr lang="en-US"/>
        </a:p>
      </dgm:t>
    </dgm:pt>
    <dgm:pt modelId="{1F5D643D-86A2-4396-9E95-970C11BFB00D}" type="parTrans" cxnId="{A3BC9306-A5B2-4290-A262-5B97BE5EADEC}">
      <dgm:prSet/>
      <dgm:spPr/>
      <dgm:t>
        <a:bodyPr/>
        <a:lstStyle/>
        <a:p>
          <a:endParaRPr lang="en-US"/>
        </a:p>
      </dgm:t>
    </dgm:pt>
    <dgm:pt modelId="{F05A4B0A-9545-409F-8609-B87F7E17BC74}" type="sibTrans" cxnId="{A3BC9306-A5B2-4290-A262-5B97BE5EADEC}">
      <dgm:prSet/>
      <dgm:spPr/>
      <dgm:t>
        <a:bodyPr/>
        <a:lstStyle/>
        <a:p>
          <a:endParaRPr lang="en-US"/>
        </a:p>
      </dgm:t>
    </dgm:pt>
    <dgm:pt modelId="{AC8F8F5B-3F43-4439-A633-9348FA52F4CA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b="0" i="0"/>
            <a:t>- Architecture includes Kernel, Shell, and File System</a:t>
          </a:r>
          <a:endParaRPr lang="en-US"/>
        </a:p>
      </dgm:t>
    </dgm:pt>
    <dgm:pt modelId="{E6424BFF-704C-41C1-B334-381C913E1810}" type="parTrans" cxnId="{51F7DA7F-A09C-4959-90D4-976F94A218AC}">
      <dgm:prSet/>
      <dgm:spPr/>
      <dgm:t>
        <a:bodyPr/>
        <a:lstStyle/>
        <a:p>
          <a:endParaRPr lang="en-US"/>
        </a:p>
      </dgm:t>
    </dgm:pt>
    <dgm:pt modelId="{36F70EA9-5632-4B57-AAC3-111A0FA453FD}" type="sibTrans" cxnId="{51F7DA7F-A09C-4959-90D4-976F94A218AC}">
      <dgm:prSet/>
      <dgm:spPr/>
      <dgm:t>
        <a:bodyPr/>
        <a:lstStyle/>
        <a:p>
          <a:endParaRPr lang="en-US"/>
        </a:p>
      </dgm:t>
    </dgm:pt>
    <dgm:pt modelId="{6ADC604E-02E8-4426-A4A1-A76AA52A50E4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b="0" i="0"/>
            <a:t>- Mastering basic commands is key</a:t>
          </a:r>
          <a:endParaRPr lang="en-US"/>
        </a:p>
      </dgm:t>
    </dgm:pt>
    <dgm:pt modelId="{A30C94E9-A50F-43A1-9CBC-EFD1353EBD4B}" type="parTrans" cxnId="{D5C0995D-5128-42E5-811B-6552628D76D7}">
      <dgm:prSet/>
      <dgm:spPr/>
      <dgm:t>
        <a:bodyPr/>
        <a:lstStyle/>
        <a:p>
          <a:endParaRPr lang="en-US"/>
        </a:p>
      </dgm:t>
    </dgm:pt>
    <dgm:pt modelId="{FD254CD6-C73E-4560-A520-016B13AE11DD}" type="sibTrans" cxnId="{D5C0995D-5128-42E5-811B-6552628D76D7}">
      <dgm:prSet/>
      <dgm:spPr/>
      <dgm:t>
        <a:bodyPr/>
        <a:lstStyle/>
        <a:p>
          <a:endParaRPr lang="en-US"/>
        </a:p>
      </dgm:t>
    </dgm:pt>
    <dgm:pt modelId="{84D390E1-F564-4CAE-8B2E-74769F9B423F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b="0" i="0"/>
            <a:t>- User and group management for security</a:t>
          </a:r>
          <a:endParaRPr lang="en-US"/>
        </a:p>
      </dgm:t>
    </dgm:pt>
    <dgm:pt modelId="{F7F36C20-E810-41A4-BAFF-D5A0430DE117}" type="parTrans" cxnId="{7126735D-0486-413C-B0D8-820CF2053AFF}">
      <dgm:prSet/>
      <dgm:spPr/>
      <dgm:t>
        <a:bodyPr/>
        <a:lstStyle/>
        <a:p>
          <a:endParaRPr lang="en-US"/>
        </a:p>
      </dgm:t>
    </dgm:pt>
    <dgm:pt modelId="{0A534ABC-2E1D-4B78-8A09-1962CFB9491B}" type="sibTrans" cxnId="{7126735D-0486-413C-B0D8-820CF2053AFF}">
      <dgm:prSet/>
      <dgm:spPr/>
      <dgm:t>
        <a:bodyPr/>
        <a:lstStyle/>
        <a:p>
          <a:endParaRPr lang="en-US"/>
        </a:p>
      </dgm:t>
    </dgm:pt>
    <dgm:pt modelId="{C13A6CC2-C8A3-4745-97FD-2BEA09F52004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b="0" i="0"/>
            <a:t>- Understanding file system hierarchy is crucial</a:t>
          </a:r>
          <a:endParaRPr lang="en-US"/>
        </a:p>
      </dgm:t>
    </dgm:pt>
    <dgm:pt modelId="{39508F1B-67FC-41E8-BE61-B98C65556469}" type="parTrans" cxnId="{F01C3601-DFE4-4A6B-A1A9-DE07E7DF2020}">
      <dgm:prSet/>
      <dgm:spPr/>
      <dgm:t>
        <a:bodyPr/>
        <a:lstStyle/>
        <a:p>
          <a:endParaRPr lang="en-US"/>
        </a:p>
      </dgm:t>
    </dgm:pt>
    <dgm:pt modelId="{3BE267E3-4D76-4B91-9D1B-59D836FCD1B8}" type="sibTrans" cxnId="{F01C3601-DFE4-4A6B-A1A9-DE07E7DF2020}">
      <dgm:prSet/>
      <dgm:spPr/>
      <dgm:t>
        <a:bodyPr/>
        <a:lstStyle/>
        <a:p>
          <a:endParaRPr lang="en-US"/>
        </a:p>
      </dgm:t>
    </dgm:pt>
    <dgm:pt modelId="{F12F717C-0CD1-49A1-99B9-8D9681705B01}" type="pres">
      <dgm:prSet presAssocID="{84601670-E0D8-4521-B6E7-28B6610A1D2A}" presName="root" presStyleCnt="0">
        <dgm:presLayoutVars>
          <dgm:dir/>
          <dgm:resizeHandles val="exact"/>
        </dgm:presLayoutVars>
      </dgm:prSet>
      <dgm:spPr/>
    </dgm:pt>
    <dgm:pt modelId="{A5B3C89A-B789-484D-8D0F-E15B3FCA2BCC}" type="pres">
      <dgm:prSet presAssocID="{7BF6CB10-5DF8-4C2A-94A5-6595A6A9C9DE}" presName="compNode" presStyleCnt="0"/>
      <dgm:spPr/>
    </dgm:pt>
    <dgm:pt modelId="{F779516F-98AA-4778-86A8-5F000D97A9FE}" type="pres">
      <dgm:prSet presAssocID="{7BF6CB10-5DF8-4C2A-94A5-6595A6A9C9DE}" presName="iconBgRect" presStyleLbl="bgShp" presStyleIdx="0" presStyleCnt="5"/>
      <dgm:spPr/>
    </dgm:pt>
    <dgm:pt modelId="{F6185293-A5E0-4DED-9730-7697FE24EA87}" type="pres">
      <dgm:prSet presAssocID="{7BF6CB10-5DF8-4C2A-94A5-6595A6A9C9DE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C9D82A7C-D0F2-4EB1-9460-ACE9783E96DB}" type="pres">
      <dgm:prSet presAssocID="{7BF6CB10-5DF8-4C2A-94A5-6595A6A9C9DE}" presName="spaceRect" presStyleCnt="0"/>
      <dgm:spPr/>
    </dgm:pt>
    <dgm:pt modelId="{5CBB972D-399E-4246-939D-E8886FFB67B8}" type="pres">
      <dgm:prSet presAssocID="{7BF6CB10-5DF8-4C2A-94A5-6595A6A9C9DE}" presName="textRect" presStyleLbl="revTx" presStyleIdx="0" presStyleCnt="5">
        <dgm:presLayoutVars>
          <dgm:chMax val="1"/>
          <dgm:chPref val="1"/>
        </dgm:presLayoutVars>
      </dgm:prSet>
      <dgm:spPr/>
    </dgm:pt>
    <dgm:pt modelId="{C3DB1891-4265-4EDD-BEFD-AB4BA00968D6}" type="pres">
      <dgm:prSet presAssocID="{F05A4B0A-9545-409F-8609-B87F7E17BC74}" presName="sibTrans" presStyleCnt="0"/>
      <dgm:spPr/>
    </dgm:pt>
    <dgm:pt modelId="{2AA007A4-7794-4626-81BD-1AD231B33348}" type="pres">
      <dgm:prSet presAssocID="{AC8F8F5B-3F43-4439-A633-9348FA52F4CA}" presName="compNode" presStyleCnt="0"/>
      <dgm:spPr/>
    </dgm:pt>
    <dgm:pt modelId="{86702DF2-57E7-4D5D-8E51-C409F11FBA2B}" type="pres">
      <dgm:prSet presAssocID="{AC8F8F5B-3F43-4439-A633-9348FA52F4CA}" presName="iconBgRect" presStyleLbl="bgShp" presStyleIdx="1" presStyleCnt="5"/>
      <dgm:spPr/>
    </dgm:pt>
    <dgm:pt modelId="{D5E2AC99-5510-4532-A831-2DF272948CEF}" type="pres">
      <dgm:prSet presAssocID="{AC8F8F5B-3F43-4439-A633-9348FA52F4CA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pen Folder"/>
        </a:ext>
      </dgm:extLst>
    </dgm:pt>
    <dgm:pt modelId="{6C4A819A-288A-4C2D-A5A1-ECAD079637AB}" type="pres">
      <dgm:prSet presAssocID="{AC8F8F5B-3F43-4439-A633-9348FA52F4CA}" presName="spaceRect" presStyleCnt="0"/>
      <dgm:spPr/>
    </dgm:pt>
    <dgm:pt modelId="{18269DDB-B8B1-4B30-97E3-2E578DF2AFC8}" type="pres">
      <dgm:prSet presAssocID="{AC8F8F5B-3F43-4439-A633-9348FA52F4CA}" presName="textRect" presStyleLbl="revTx" presStyleIdx="1" presStyleCnt="5">
        <dgm:presLayoutVars>
          <dgm:chMax val="1"/>
          <dgm:chPref val="1"/>
        </dgm:presLayoutVars>
      </dgm:prSet>
      <dgm:spPr/>
    </dgm:pt>
    <dgm:pt modelId="{10C3B291-FF27-47D3-846F-98212326BC8F}" type="pres">
      <dgm:prSet presAssocID="{36F70EA9-5632-4B57-AAC3-111A0FA453FD}" presName="sibTrans" presStyleCnt="0"/>
      <dgm:spPr/>
    </dgm:pt>
    <dgm:pt modelId="{709ED53E-42AF-450A-BC21-0090B2DBBC58}" type="pres">
      <dgm:prSet presAssocID="{6ADC604E-02E8-4426-A4A1-A76AA52A50E4}" presName="compNode" presStyleCnt="0"/>
      <dgm:spPr/>
    </dgm:pt>
    <dgm:pt modelId="{1C82D020-78BE-4B1A-93B7-C6D7D9C8B302}" type="pres">
      <dgm:prSet presAssocID="{6ADC604E-02E8-4426-A4A1-A76AA52A50E4}" presName="iconBgRect" presStyleLbl="bgShp" presStyleIdx="2" presStyleCnt="5"/>
      <dgm:spPr/>
    </dgm:pt>
    <dgm:pt modelId="{7B14E2D8-6110-48D9-8DC4-6CD403293036}" type="pres">
      <dgm:prSet presAssocID="{6ADC604E-02E8-4426-A4A1-A76AA52A50E4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ey"/>
        </a:ext>
      </dgm:extLst>
    </dgm:pt>
    <dgm:pt modelId="{DCB5AEF0-01AB-4351-AC7A-FC52354A883A}" type="pres">
      <dgm:prSet presAssocID="{6ADC604E-02E8-4426-A4A1-A76AA52A50E4}" presName="spaceRect" presStyleCnt="0"/>
      <dgm:spPr/>
    </dgm:pt>
    <dgm:pt modelId="{70D4E251-08AA-4B32-B0BC-23C4040106F4}" type="pres">
      <dgm:prSet presAssocID="{6ADC604E-02E8-4426-A4A1-A76AA52A50E4}" presName="textRect" presStyleLbl="revTx" presStyleIdx="2" presStyleCnt="5">
        <dgm:presLayoutVars>
          <dgm:chMax val="1"/>
          <dgm:chPref val="1"/>
        </dgm:presLayoutVars>
      </dgm:prSet>
      <dgm:spPr/>
    </dgm:pt>
    <dgm:pt modelId="{A4900311-81F9-41B7-87D7-24E98ED6EE0D}" type="pres">
      <dgm:prSet presAssocID="{FD254CD6-C73E-4560-A520-016B13AE11DD}" presName="sibTrans" presStyleCnt="0"/>
      <dgm:spPr/>
    </dgm:pt>
    <dgm:pt modelId="{95389C35-D327-4812-9A12-D330096981F9}" type="pres">
      <dgm:prSet presAssocID="{84D390E1-F564-4CAE-8B2E-74769F9B423F}" presName="compNode" presStyleCnt="0"/>
      <dgm:spPr/>
    </dgm:pt>
    <dgm:pt modelId="{30B26951-F389-4571-93E8-DCE5324B1741}" type="pres">
      <dgm:prSet presAssocID="{84D390E1-F564-4CAE-8B2E-74769F9B423F}" presName="iconBgRect" presStyleLbl="bgShp" presStyleIdx="3" presStyleCnt="5"/>
      <dgm:spPr/>
    </dgm:pt>
    <dgm:pt modelId="{08DF7D56-C970-438E-A23D-0CBF4F5D4404}" type="pres">
      <dgm:prSet presAssocID="{84D390E1-F564-4CAE-8B2E-74769F9B423F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62C48D23-DCB3-424E-87EF-9450C2DB5869}" type="pres">
      <dgm:prSet presAssocID="{84D390E1-F564-4CAE-8B2E-74769F9B423F}" presName="spaceRect" presStyleCnt="0"/>
      <dgm:spPr/>
    </dgm:pt>
    <dgm:pt modelId="{B5784FDC-C3CD-46E6-87E9-122DCEB46305}" type="pres">
      <dgm:prSet presAssocID="{84D390E1-F564-4CAE-8B2E-74769F9B423F}" presName="textRect" presStyleLbl="revTx" presStyleIdx="3" presStyleCnt="5">
        <dgm:presLayoutVars>
          <dgm:chMax val="1"/>
          <dgm:chPref val="1"/>
        </dgm:presLayoutVars>
      </dgm:prSet>
      <dgm:spPr/>
    </dgm:pt>
    <dgm:pt modelId="{705E03A6-FAD7-46DF-9D01-3CB4447C3DAE}" type="pres">
      <dgm:prSet presAssocID="{0A534ABC-2E1D-4B78-8A09-1962CFB9491B}" presName="sibTrans" presStyleCnt="0"/>
      <dgm:spPr/>
    </dgm:pt>
    <dgm:pt modelId="{2713DA42-45E9-4CAF-81F4-FAE38D3123C9}" type="pres">
      <dgm:prSet presAssocID="{C13A6CC2-C8A3-4745-97FD-2BEA09F52004}" presName="compNode" presStyleCnt="0"/>
      <dgm:spPr/>
    </dgm:pt>
    <dgm:pt modelId="{281F8240-569B-4BC0-B5DF-6DCA22535328}" type="pres">
      <dgm:prSet presAssocID="{C13A6CC2-C8A3-4745-97FD-2BEA09F52004}" presName="iconBgRect" presStyleLbl="bgShp" presStyleIdx="4" presStyleCnt="5"/>
      <dgm:spPr/>
    </dgm:pt>
    <dgm:pt modelId="{F6870885-186D-4E84-891E-3CE38744B75C}" type="pres">
      <dgm:prSet presAssocID="{C13A6CC2-C8A3-4745-97FD-2BEA09F52004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ierarchy"/>
        </a:ext>
      </dgm:extLst>
    </dgm:pt>
    <dgm:pt modelId="{A0DF35B8-A416-44F2-9212-30365D7FB89F}" type="pres">
      <dgm:prSet presAssocID="{C13A6CC2-C8A3-4745-97FD-2BEA09F52004}" presName="spaceRect" presStyleCnt="0"/>
      <dgm:spPr/>
    </dgm:pt>
    <dgm:pt modelId="{A75ADB16-E4CA-433B-8D8D-DAAF28DB3575}" type="pres">
      <dgm:prSet presAssocID="{C13A6CC2-C8A3-4745-97FD-2BEA09F52004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F01C3601-DFE4-4A6B-A1A9-DE07E7DF2020}" srcId="{84601670-E0D8-4521-B6E7-28B6610A1D2A}" destId="{C13A6CC2-C8A3-4745-97FD-2BEA09F52004}" srcOrd="4" destOrd="0" parTransId="{39508F1B-67FC-41E8-BE61-B98C65556469}" sibTransId="{3BE267E3-4D76-4B91-9D1B-59D836FCD1B8}"/>
    <dgm:cxn modelId="{A3BC9306-A5B2-4290-A262-5B97BE5EADEC}" srcId="{84601670-E0D8-4521-B6E7-28B6610A1D2A}" destId="{7BF6CB10-5DF8-4C2A-94A5-6595A6A9C9DE}" srcOrd="0" destOrd="0" parTransId="{1F5D643D-86A2-4396-9E95-970C11BFB00D}" sibTransId="{F05A4B0A-9545-409F-8609-B87F7E17BC74}"/>
    <dgm:cxn modelId="{C0190F3C-0C74-4837-B854-63657637AD98}" type="presOf" srcId="{84601670-E0D8-4521-B6E7-28B6610A1D2A}" destId="{F12F717C-0CD1-49A1-99B9-8D9681705B01}" srcOrd="0" destOrd="0" presId="urn:microsoft.com/office/officeart/2018/5/layout/IconCircleLabelList"/>
    <dgm:cxn modelId="{7126735D-0486-413C-B0D8-820CF2053AFF}" srcId="{84601670-E0D8-4521-B6E7-28B6610A1D2A}" destId="{84D390E1-F564-4CAE-8B2E-74769F9B423F}" srcOrd="3" destOrd="0" parTransId="{F7F36C20-E810-41A4-BAFF-D5A0430DE117}" sibTransId="{0A534ABC-2E1D-4B78-8A09-1962CFB9491B}"/>
    <dgm:cxn modelId="{D5C0995D-5128-42E5-811B-6552628D76D7}" srcId="{84601670-E0D8-4521-B6E7-28B6610A1D2A}" destId="{6ADC604E-02E8-4426-A4A1-A76AA52A50E4}" srcOrd="2" destOrd="0" parTransId="{A30C94E9-A50F-43A1-9CBC-EFD1353EBD4B}" sibTransId="{FD254CD6-C73E-4560-A520-016B13AE11DD}"/>
    <dgm:cxn modelId="{62AA0A51-D15E-461E-ACE0-2927E80400DA}" type="presOf" srcId="{84D390E1-F564-4CAE-8B2E-74769F9B423F}" destId="{B5784FDC-C3CD-46E6-87E9-122DCEB46305}" srcOrd="0" destOrd="0" presId="urn:microsoft.com/office/officeart/2018/5/layout/IconCircleLabelList"/>
    <dgm:cxn modelId="{51F7DA7F-A09C-4959-90D4-976F94A218AC}" srcId="{84601670-E0D8-4521-B6E7-28B6610A1D2A}" destId="{AC8F8F5B-3F43-4439-A633-9348FA52F4CA}" srcOrd="1" destOrd="0" parTransId="{E6424BFF-704C-41C1-B334-381C913E1810}" sibTransId="{36F70EA9-5632-4B57-AAC3-111A0FA453FD}"/>
    <dgm:cxn modelId="{742B4593-065A-44ED-90B5-40A902475A3F}" type="presOf" srcId="{AC8F8F5B-3F43-4439-A633-9348FA52F4CA}" destId="{18269DDB-B8B1-4B30-97E3-2E578DF2AFC8}" srcOrd="0" destOrd="0" presId="urn:microsoft.com/office/officeart/2018/5/layout/IconCircleLabelList"/>
    <dgm:cxn modelId="{0F81C596-24E3-4F78-A88F-F88E115CEA17}" type="presOf" srcId="{C13A6CC2-C8A3-4745-97FD-2BEA09F52004}" destId="{A75ADB16-E4CA-433B-8D8D-DAAF28DB3575}" srcOrd="0" destOrd="0" presId="urn:microsoft.com/office/officeart/2018/5/layout/IconCircleLabelList"/>
    <dgm:cxn modelId="{FB34FCB1-F598-4C2E-AE53-B12053B9F4A7}" type="presOf" srcId="{7BF6CB10-5DF8-4C2A-94A5-6595A6A9C9DE}" destId="{5CBB972D-399E-4246-939D-E8886FFB67B8}" srcOrd="0" destOrd="0" presId="urn:microsoft.com/office/officeart/2018/5/layout/IconCircleLabelList"/>
    <dgm:cxn modelId="{BFD752CC-1D7A-42C1-981F-9F614A392A41}" type="presOf" srcId="{6ADC604E-02E8-4426-A4A1-A76AA52A50E4}" destId="{70D4E251-08AA-4B32-B0BC-23C4040106F4}" srcOrd="0" destOrd="0" presId="urn:microsoft.com/office/officeart/2018/5/layout/IconCircleLabelList"/>
    <dgm:cxn modelId="{EC6A7CD9-F33E-42FF-9832-4DEF4AC412C4}" type="presParOf" srcId="{F12F717C-0CD1-49A1-99B9-8D9681705B01}" destId="{A5B3C89A-B789-484D-8D0F-E15B3FCA2BCC}" srcOrd="0" destOrd="0" presId="urn:microsoft.com/office/officeart/2018/5/layout/IconCircleLabelList"/>
    <dgm:cxn modelId="{34579F56-DBAA-42BA-B6A4-D7825B3E245C}" type="presParOf" srcId="{A5B3C89A-B789-484D-8D0F-E15B3FCA2BCC}" destId="{F779516F-98AA-4778-86A8-5F000D97A9FE}" srcOrd="0" destOrd="0" presId="urn:microsoft.com/office/officeart/2018/5/layout/IconCircleLabelList"/>
    <dgm:cxn modelId="{EEC1F86C-3297-48FD-B228-55CC2245A8AD}" type="presParOf" srcId="{A5B3C89A-B789-484D-8D0F-E15B3FCA2BCC}" destId="{F6185293-A5E0-4DED-9730-7697FE24EA87}" srcOrd="1" destOrd="0" presId="urn:microsoft.com/office/officeart/2018/5/layout/IconCircleLabelList"/>
    <dgm:cxn modelId="{E4EFF766-FC1E-4017-9622-7451BD620F30}" type="presParOf" srcId="{A5B3C89A-B789-484D-8D0F-E15B3FCA2BCC}" destId="{C9D82A7C-D0F2-4EB1-9460-ACE9783E96DB}" srcOrd="2" destOrd="0" presId="urn:microsoft.com/office/officeart/2018/5/layout/IconCircleLabelList"/>
    <dgm:cxn modelId="{CF3C69B6-ED32-4400-B227-EAC4B3689381}" type="presParOf" srcId="{A5B3C89A-B789-484D-8D0F-E15B3FCA2BCC}" destId="{5CBB972D-399E-4246-939D-E8886FFB67B8}" srcOrd="3" destOrd="0" presId="urn:microsoft.com/office/officeart/2018/5/layout/IconCircleLabelList"/>
    <dgm:cxn modelId="{B209054E-4DA1-4AED-A2CD-2722D8ECADBF}" type="presParOf" srcId="{F12F717C-0CD1-49A1-99B9-8D9681705B01}" destId="{C3DB1891-4265-4EDD-BEFD-AB4BA00968D6}" srcOrd="1" destOrd="0" presId="urn:microsoft.com/office/officeart/2018/5/layout/IconCircleLabelList"/>
    <dgm:cxn modelId="{09B0B6FB-F304-4113-AD88-EFE62DBE2633}" type="presParOf" srcId="{F12F717C-0CD1-49A1-99B9-8D9681705B01}" destId="{2AA007A4-7794-4626-81BD-1AD231B33348}" srcOrd="2" destOrd="0" presId="urn:microsoft.com/office/officeart/2018/5/layout/IconCircleLabelList"/>
    <dgm:cxn modelId="{AB2CCFE3-638A-4658-8E6B-2DD72869888F}" type="presParOf" srcId="{2AA007A4-7794-4626-81BD-1AD231B33348}" destId="{86702DF2-57E7-4D5D-8E51-C409F11FBA2B}" srcOrd="0" destOrd="0" presId="urn:microsoft.com/office/officeart/2018/5/layout/IconCircleLabelList"/>
    <dgm:cxn modelId="{86ABF566-6065-461C-9E05-2F86384F2C53}" type="presParOf" srcId="{2AA007A4-7794-4626-81BD-1AD231B33348}" destId="{D5E2AC99-5510-4532-A831-2DF272948CEF}" srcOrd="1" destOrd="0" presId="urn:microsoft.com/office/officeart/2018/5/layout/IconCircleLabelList"/>
    <dgm:cxn modelId="{8301D4CE-54B9-4465-8C8E-805008E3D423}" type="presParOf" srcId="{2AA007A4-7794-4626-81BD-1AD231B33348}" destId="{6C4A819A-288A-4C2D-A5A1-ECAD079637AB}" srcOrd="2" destOrd="0" presId="urn:microsoft.com/office/officeart/2018/5/layout/IconCircleLabelList"/>
    <dgm:cxn modelId="{222B096B-CE9B-4D5B-B5F2-F4A1BAA8361E}" type="presParOf" srcId="{2AA007A4-7794-4626-81BD-1AD231B33348}" destId="{18269DDB-B8B1-4B30-97E3-2E578DF2AFC8}" srcOrd="3" destOrd="0" presId="urn:microsoft.com/office/officeart/2018/5/layout/IconCircleLabelList"/>
    <dgm:cxn modelId="{51F80F4C-28B3-4E1C-9D9A-A5A6EF261E6D}" type="presParOf" srcId="{F12F717C-0CD1-49A1-99B9-8D9681705B01}" destId="{10C3B291-FF27-47D3-846F-98212326BC8F}" srcOrd="3" destOrd="0" presId="urn:microsoft.com/office/officeart/2018/5/layout/IconCircleLabelList"/>
    <dgm:cxn modelId="{48E32D68-0397-4E38-BAF9-D953CCAE0EB8}" type="presParOf" srcId="{F12F717C-0CD1-49A1-99B9-8D9681705B01}" destId="{709ED53E-42AF-450A-BC21-0090B2DBBC58}" srcOrd="4" destOrd="0" presId="urn:microsoft.com/office/officeart/2018/5/layout/IconCircleLabelList"/>
    <dgm:cxn modelId="{7C108587-9E3C-4F14-A9C2-B5102BA49A30}" type="presParOf" srcId="{709ED53E-42AF-450A-BC21-0090B2DBBC58}" destId="{1C82D020-78BE-4B1A-93B7-C6D7D9C8B302}" srcOrd="0" destOrd="0" presId="urn:microsoft.com/office/officeart/2018/5/layout/IconCircleLabelList"/>
    <dgm:cxn modelId="{C8EF55F2-C923-4CD9-996D-C10EDF7EB0C6}" type="presParOf" srcId="{709ED53E-42AF-450A-BC21-0090B2DBBC58}" destId="{7B14E2D8-6110-48D9-8DC4-6CD403293036}" srcOrd="1" destOrd="0" presId="urn:microsoft.com/office/officeart/2018/5/layout/IconCircleLabelList"/>
    <dgm:cxn modelId="{92C28B30-1CE9-4A24-B36D-1FEB3397B3E3}" type="presParOf" srcId="{709ED53E-42AF-450A-BC21-0090B2DBBC58}" destId="{DCB5AEF0-01AB-4351-AC7A-FC52354A883A}" srcOrd="2" destOrd="0" presId="urn:microsoft.com/office/officeart/2018/5/layout/IconCircleLabelList"/>
    <dgm:cxn modelId="{1A9C5F6B-FF3E-478B-ABD6-C2C3C383AF0A}" type="presParOf" srcId="{709ED53E-42AF-450A-BC21-0090B2DBBC58}" destId="{70D4E251-08AA-4B32-B0BC-23C4040106F4}" srcOrd="3" destOrd="0" presId="urn:microsoft.com/office/officeart/2018/5/layout/IconCircleLabelList"/>
    <dgm:cxn modelId="{24433C30-43E5-40AD-B9BA-4F99C307A2EF}" type="presParOf" srcId="{F12F717C-0CD1-49A1-99B9-8D9681705B01}" destId="{A4900311-81F9-41B7-87D7-24E98ED6EE0D}" srcOrd="5" destOrd="0" presId="urn:microsoft.com/office/officeart/2018/5/layout/IconCircleLabelList"/>
    <dgm:cxn modelId="{A341AA98-3CC3-4590-B6F9-CD8E27AF5477}" type="presParOf" srcId="{F12F717C-0CD1-49A1-99B9-8D9681705B01}" destId="{95389C35-D327-4812-9A12-D330096981F9}" srcOrd="6" destOrd="0" presId="urn:microsoft.com/office/officeart/2018/5/layout/IconCircleLabelList"/>
    <dgm:cxn modelId="{43A97EC5-0C78-4DF3-B0A6-8796E90A25EC}" type="presParOf" srcId="{95389C35-D327-4812-9A12-D330096981F9}" destId="{30B26951-F389-4571-93E8-DCE5324B1741}" srcOrd="0" destOrd="0" presId="urn:microsoft.com/office/officeart/2018/5/layout/IconCircleLabelList"/>
    <dgm:cxn modelId="{A6664EED-27E6-48C6-9493-856B7193D6E7}" type="presParOf" srcId="{95389C35-D327-4812-9A12-D330096981F9}" destId="{08DF7D56-C970-438E-A23D-0CBF4F5D4404}" srcOrd="1" destOrd="0" presId="urn:microsoft.com/office/officeart/2018/5/layout/IconCircleLabelList"/>
    <dgm:cxn modelId="{45101887-FD43-468E-848D-674A3AAD91BD}" type="presParOf" srcId="{95389C35-D327-4812-9A12-D330096981F9}" destId="{62C48D23-DCB3-424E-87EF-9450C2DB5869}" srcOrd="2" destOrd="0" presId="urn:microsoft.com/office/officeart/2018/5/layout/IconCircleLabelList"/>
    <dgm:cxn modelId="{6876FA48-3A60-40F1-96C1-76554313ADA9}" type="presParOf" srcId="{95389C35-D327-4812-9A12-D330096981F9}" destId="{B5784FDC-C3CD-46E6-87E9-122DCEB46305}" srcOrd="3" destOrd="0" presId="urn:microsoft.com/office/officeart/2018/5/layout/IconCircleLabelList"/>
    <dgm:cxn modelId="{C76BF7A1-AFD7-43A3-88F1-3342D8F9186C}" type="presParOf" srcId="{F12F717C-0CD1-49A1-99B9-8D9681705B01}" destId="{705E03A6-FAD7-46DF-9D01-3CB4447C3DAE}" srcOrd="7" destOrd="0" presId="urn:microsoft.com/office/officeart/2018/5/layout/IconCircleLabelList"/>
    <dgm:cxn modelId="{FAA141A4-E434-4DF2-9674-39A94C99452D}" type="presParOf" srcId="{F12F717C-0CD1-49A1-99B9-8D9681705B01}" destId="{2713DA42-45E9-4CAF-81F4-FAE38D3123C9}" srcOrd="8" destOrd="0" presId="urn:microsoft.com/office/officeart/2018/5/layout/IconCircleLabelList"/>
    <dgm:cxn modelId="{DF70A679-4A3D-4BF0-BFC0-774F981C1E97}" type="presParOf" srcId="{2713DA42-45E9-4CAF-81F4-FAE38D3123C9}" destId="{281F8240-569B-4BC0-B5DF-6DCA22535328}" srcOrd="0" destOrd="0" presId="urn:microsoft.com/office/officeart/2018/5/layout/IconCircleLabelList"/>
    <dgm:cxn modelId="{40528CBD-52FA-48DA-B457-F14686BD2B6F}" type="presParOf" srcId="{2713DA42-45E9-4CAF-81F4-FAE38D3123C9}" destId="{F6870885-186D-4E84-891E-3CE38744B75C}" srcOrd="1" destOrd="0" presId="urn:microsoft.com/office/officeart/2018/5/layout/IconCircleLabelList"/>
    <dgm:cxn modelId="{E87CC00E-FD0A-4FC2-A67B-BA048ED402C9}" type="presParOf" srcId="{2713DA42-45E9-4CAF-81F4-FAE38D3123C9}" destId="{A0DF35B8-A416-44F2-9212-30365D7FB89F}" srcOrd="2" destOrd="0" presId="urn:microsoft.com/office/officeart/2018/5/layout/IconCircleLabelList"/>
    <dgm:cxn modelId="{178F5CCC-553B-4FE5-8BA4-3810AEB10803}" type="presParOf" srcId="{2713DA42-45E9-4CAF-81F4-FAE38D3123C9}" destId="{A75ADB16-E4CA-433B-8D8D-DAAF28DB3575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6B5BBB6-2F95-4B28-BB67-6266190C8F8C}">
      <dsp:nvSpPr>
        <dsp:cNvPr id="0" name=""/>
        <dsp:cNvSpPr/>
      </dsp:nvSpPr>
      <dsp:spPr>
        <a:xfrm>
          <a:off x="1754132" y="1877"/>
          <a:ext cx="7016530" cy="823943"/>
        </a:xfrm>
        <a:prstGeom prst="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6140" tIns="209282" rIns="136140" bIns="209282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i="0" kern="1200"/>
            <a:t>- Open-source operating system</a:t>
          </a:r>
          <a:endParaRPr lang="en-US" sz="1100" kern="1200"/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i="0" kern="1200"/>
            <a:t>- Powers servers, desktops, and mobile devices (Android)</a:t>
          </a:r>
          <a:endParaRPr lang="en-US" sz="1100" kern="1200"/>
        </a:p>
      </dsp:txBody>
      <dsp:txXfrm>
        <a:off x="1754132" y="1877"/>
        <a:ext cx="7016530" cy="823943"/>
      </dsp:txXfrm>
    </dsp:sp>
    <dsp:sp modelId="{2EBD6034-09D0-480C-B0C2-D1FDFCE0F23B}">
      <dsp:nvSpPr>
        <dsp:cNvPr id="0" name=""/>
        <dsp:cNvSpPr/>
      </dsp:nvSpPr>
      <dsp:spPr>
        <a:xfrm>
          <a:off x="0" y="1877"/>
          <a:ext cx="1754132" cy="823943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2823" tIns="81387" rIns="92823" bIns="81387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i="0" kern="1200"/>
            <a:t>What is Linux?</a:t>
          </a:r>
          <a:endParaRPr lang="en-US" sz="1400" kern="1200"/>
        </a:p>
      </dsp:txBody>
      <dsp:txXfrm>
        <a:off x="0" y="1877"/>
        <a:ext cx="1754132" cy="823943"/>
      </dsp:txXfrm>
    </dsp:sp>
    <dsp:sp modelId="{38FF2204-51FB-410B-824E-CF5856AE5DD2}">
      <dsp:nvSpPr>
        <dsp:cNvPr id="0" name=""/>
        <dsp:cNvSpPr/>
      </dsp:nvSpPr>
      <dsp:spPr>
        <a:xfrm>
          <a:off x="1754132" y="875258"/>
          <a:ext cx="7016530" cy="823943"/>
        </a:xfrm>
        <a:prstGeom prst="rect">
          <a:avLst/>
        </a:prstGeom>
        <a:solidFill>
          <a:schemeClr val="accent5">
            <a:tint val="40000"/>
            <a:alpha val="90000"/>
            <a:hueOff val="1835006"/>
            <a:satOff val="135"/>
            <a:lumOff val="5"/>
            <a:alphaOff val="0"/>
          </a:schemeClr>
        </a:solidFill>
        <a:ln w="19050" cap="rnd" cmpd="sng" algn="ctr">
          <a:solidFill>
            <a:schemeClr val="accent5">
              <a:tint val="40000"/>
              <a:alpha val="90000"/>
              <a:hueOff val="1835006"/>
              <a:satOff val="135"/>
              <a:lumOff val="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6140" tIns="209282" rIns="136140" bIns="209282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i="0" kern="1200"/>
            <a:t>- Created by Linus Torvalds in 1991</a:t>
          </a:r>
          <a:endParaRPr lang="en-US" sz="1100" kern="1200"/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i="0" kern="1200"/>
            <a:t>- Community-driven development</a:t>
          </a:r>
          <a:endParaRPr lang="en-US" sz="1100" kern="1200"/>
        </a:p>
      </dsp:txBody>
      <dsp:txXfrm>
        <a:off x="1754132" y="875258"/>
        <a:ext cx="7016530" cy="823943"/>
      </dsp:txXfrm>
    </dsp:sp>
    <dsp:sp modelId="{DC40848E-F119-41D6-9A6E-25D017EE6344}">
      <dsp:nvSpPr>
        <dsp:cNvPr id="0" name=""/>
        <dsp:cNvSpPr/>
      </dsp:nvSpPr>
      <dsp:spPr>
        <a:xfrm>
          <a:off x="0" y="875258"/>
          <a:ext cx="1754132" cy="823943"/>
        </a:xfrm>
        <a:prstGeom prst="rect">
          <a:avLst/>
        </a:prstGeom>
        <a:solidFill>
          <a:schemeClr val="accent5">
            <a:hueOff val="1827658"/>
            <a:satOff val="199"/>
            <a:lumOff val="0"/>
            <a:alphaOff val="0"/>
          </a:schemeClr>
        </a:solidFill>
        <a:ln w="19050" cap="rnd" cmpd="sng" algn="ctr">
          <a:solidFill>
            <a:schemeClr val="accent5">
              <a:hueOff val="1827658"/>
              <a:satOff val="199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2823" tIns="81387" rIns="92823" bIns="81387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i="0" kern="1200"/>
            <a:t>History and Evolution</a:t>
          </a:r>
          <a:endParaRPr lang="en-US" sz="1400" kern="1200"/>
        </a:p>
      </dsp:txBody>
      <dsp:txXfrm>
        <a:off x="0" y="875258"/>
        <a:ext cx="1754132" cy="823943"/>
      </dsp:txXfrm>
    </dsp:sp>
    <dsp:sp modelId="{11D8C008-1E76-42A6-ACBA-C4FC2E699639}">
      <dsp:nvSpPr>
        <dsp:cNvPr id="0" name=""/>
        <dsp:cNvSpPr/>
      </dsp:nvSpPr>
      <dsp:spPr>
        <a:xfrm>
          <a:off x="1754132" y="1748638"/>
          <a:ext cx="7016530" cy="823943"/>
        </a:xfrm>
        <a:prstGeom prst="rect">
          <a:avLst/>
        </a:prstGeom>
        <a:solidFill>
          <a:schemeClr val="accent5">
            <a:tint val="40000"/>
            <a:alpha val="90000"/>
            <a:hueOff val="3670013"/>
            <a:satOff val="271"/>
            <a:lumOff val="10"/>
            <a:alphaOff val="0"/>
          </a:schemeClr>
        </a:solidFill>
        <a:ln w="19050" cap="rnd" cmpd="sng" algn="ctr">
          <a:solidFill>
            <a:schemeClr val="accent5">
              <a:tint val="40000"/>
              <a:alpha val="90000"/>
              <a:hueOff val="3670013"/>
              <a:satOff val="271"/>
              <a:lumOff val="1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6140" tIns="209282" rIns="136140" bIns="209282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i="0" kern="1200"/>
            <a:t>- Free and open-source vs proprietary (Windows/macOS)</a:t>
          </a:r>
          <a:endParaRPr lang="en-US" sz="1100" kern="1200"/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i="0" kern="1200"/>
            <a:t>- More stable and secure</a:t>
          </a:r>
          <a:endParaRPr lang="en-US" sz="1100" kern="1200"/>
        </a:p>
      </dsp:txBody>
      <dsp:txXfrm>
        <a:off x="1754132" y="1748638"/>
        <a:ext cx="7016530" cy="823943"/>
      </dsp:txXfrm>
    </dsp:sp>
    <dsp:sp modelId="{DD8BDC17-367C-4280-ADFC-7879A312F6DF}">
      <dsp:nvSpPr>
        <dsp:cNvPr id="0" name=""/>
        <dsp:cNvSpPr/>
      </dsp:nvSpPr>
      <dsp:spPr>
        <a:xfrm>
          <a:off x="0" y="1748638"/>
          <a:ext cx="1754132" cy="823943"/>
        </a:xfrm>
        <a:prstGeom prst="rect">
          <a:avLst/>
        </a:prstGeom>
        <a:solidFill>
          <a:schemeClr val="accent5">
            <a:hueOff val="3655316"/>
            <a:satOff val="397"/>
            <a:lumOff val="-1"/>
            <a:alphaOff val="0"/>
          </a:schemeClr>
        </a:solidFill>
        <a:ln w="19050" cap="rnd" cmpd="sng" algn="ctr">
          <a:solidFill>
            <a:schemeClr val="accent5">
              <a:hueOff val="3655316"/>
              <a:satOff val="397"/>
              <a:lumOff val="-1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2823" tIns="81387" rIns="92823" bIns="81387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i="0" kern="1200"/>
            <a:t>Differences from Other OS</a:t>
          </a:r>
          <a:endParaRPr lang="en-US" sz="1400" kern="1200"/>
        </a:p>
      </dsp:txBody>
      <dsp:txXfrm>
        <a:off x="0" y="1748638"/>
        <a:ext cx="1754132" cy="823943"/>
      </dsp:txXfrm>
    </dsp:sp>
    <dsp:sp modelId="{5169A65C-9CFD-4C52-8086-862D35E0B22E}">
      <dsp:nvSpPr>
        <dsp:cNvPr id="0" name=""/>
        <dsp:cNvSpPr/>
      </dsp:nvSpPr>
      <dsp:spPr>
        <a:xfrm>
          <a:off x="1754132" y="2622019"/>
          <a:ext cx="7016530" cy="823943"/>
        </a:xfrm>
        <a:prstGeom prst="rect">
          <a:avLst/>
        </a:prstGeom>
        <a:solidFill>
          <a:schemeClr val="accent5">
            <a:tint val="40000"/>
            <a:alpha val="90000"/>
            <a:hueOff val="5505019"/>
            <a:satOff val="406"/>
            <a:lumOff val="16"/>
            <a:alphaOff val="0"/>
          </a:schemeClr>
        </a:solidFill>
        <a:ln w="19050" cap="rnd" cmpd="sng" algn="ctr">
          <a:solidFill>
            <a:schemeClr val="accent5">
              <a:tint val="40000"/>
              <a:alpha val="90000"/>
              <a:hueOff val="5505019"/>
              <a:satOff val="406"/>
              <a:lumOff val="1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6140" tIns="209282" rIns="136140" bIns="209282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i="0" kern="1200"/>
            <a:t>- Open-source: Anyone can modify (Linux)</a:t>
          </a:r>
          <a:endParaRPr lang="en-US" sz="1100" kern="1200"/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i="0" kern="1200"/>
            <a:t>- Proprietary: Restricted modification (Windows, macOS)</a:t>
          </a:r>
          <a:endParaRPr lang="en-US" sz="1100" kern="1200"/>
        </a:p>
      </dsp:txBody>
      <dsp:txXfrm>
        <a:off x="1754132" y="2622019"/>
        <a:ext cx="7016530" cy="823943"/>
      </dsp:txXfrm>
    </dsp:sp>
    <dsp:sp modelId="{22F67AC6-6EB4-4883-AF82-7C07594CBFE9}">
      <dsp:nvSpPr>
        <dsp:cNvPr id="0" name=""/>
        <dsp:cNvSpPr/>
      </dsp:nvSpPr>
      <dsp:spPr>
        <a:xfrm>
          <a:off x="0" y="2622019"/>
          <a:ext cx="1754132" cy="823943"/>
        </a:xfrm>
        <a:prstGeom prst="rect">
          <a:avLst/>
        </a:prstGeom>
        <a:solidFill>
          <a:schemeClr val="accent5">
            <a:hueOff val="5482974"/>
            <a:satOff val="596"/>
            <a:lumOff val="-1"/>
            <a:alphaOff val="0"/>
          </a:schemeClr>
        </a:solidFill>
        <a:ln w="19050" cap="rnd" cmpd="sng" algn="ctr">
          <a:solidFill>
            <a:schemeClr val="accent5">
              <a:hueOff val="5482974"/>
              <a:satOff val="596"/>
              <a:lumOff val="-1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2823" tIns="81387" rIns="92823" bIns="81387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i="0" kern="1200"/>
            <a:t>Open Source vs Proprietary</a:t>
          </a:r>
          <a:endParaRPr lang="en-US" sz="1400" kern="1200"/>
        </a:p>
      </dsp:txBody>
      <dsp:txXfrm>
        <a:off x="0" y="2622019"/>
        <a:ext cx="1754132" cy="823943"/>
      </dsp:txXfrm>
    </dsp:sp>
    <dsp:sp modelId="{EA98C79B-6797-4818-B02E-D5ACBFD7AEBD}">
      <dsp:nvSpPr>
        <dsp:cNvPr id="0" name=""/>
        <dsp:cNvSpPr/>
      </dsp:nvSpPr>
      <dsp:spPr>
        <a:xfrm>
          <a:off x="1754132" y="3495399"/>
          <a:ext cx="7016530" cy="823943"/>
        </a:xfrm>
        <a:prstGeom prst="rect">
          <a:avLst/>
        </a:prstGeom>
        <a:solidFill>
          <a:schemeClr val="accent5">
            <a:tint val="40000"/>
            <a:alpha val="90000"/>
            <a:hueOff val="7340025"/>
            <a:satOff val="542"/>
            <a:lumOff val="21"/>
            <a:alphaOff val="0"/>
          </a:schemeClr>
        </a:solidFill>
        <a:ln w="19050" cap="rnd" cmpd="sng" algn="ctr">
          <a:solidFill>
            <a:schemeClr val="accent5">
              <a:tint val="40000"/>
              <a:alpha val="90000"/>
              <a:hueOff val="7340025"/>
              <a:satOff val="542"/>
              <a:lumOff val="21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6140" tIns="209282" rIns="136140" bIns="209282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i="0" kern="1200"/>
            <a:t>- RHEL (Enterprise, requires subscription)</a:t>
          </a:r>
          <a:endParaRPr lang="en-US" sz="1100" kern="1200"/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i="0" kern="1200"/>
            <a:t>- CentOS (Community-supported RHEL version)</a:t>
          </a:r>
          <a:endParaRPr lang="en-US" sz="1100" kern="1200"/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i="0" kern="1200"/>
            <a:t>- Ubuntu (User-friendly, desktop and server use)</a:t>
          </a:r>
          <a:endParaRPr lang="en-US" sz="1100" kern="1200"/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i="0" kern="1200"/>
            <a:t>- Debian (Stable and lightweight)</a:t>
          </a:r>
          <a:endParaRPr lang="en-US" sz="1100" kern="1200"/>
        </a:p>
      </dsp:txBody>
      <dsp:txXfrm>
        <a:off x="1754132" y="3495399"/>
        <a:ext cx="7016530" cy="823943"/>
      </dsp:txXfrm>
    </dsp:sp>
    <dsp:sp modelId="{11D84883-7B7A-4613-A922-BB4DCFAE71F8}">
      <dsp:nvSpPr>
        <dsp:cNvPr id="0" name=""/>
        <dsp:cNvSpPr/>
      </dsp:nvSpPr>
      <dsp:spPr>
        <a:xfrm>
          <a:off x="0" y="3495399"/>
          <a:ext cx="1754132" cy="823943"/>
        </a:xfrm>
        <a:prstGeom prst="rect">
          <a:avLst/>
        </a:prstGeom>
        <a:solidFill>
          <a:schemeClr val="accent5">
            <a:hueOff val="7310632"/>
            <a:satOff val="795"/>
            <a:lumOff val="-1"/>
            <a:alphaOff val="0"/>
          </a:schemeClr>
        </a:solidFill>
        <a:ln w="19050" cap="rnd" cmpd="sng" algn="ctr">
          <a:solidFill>
            <a:schemeClr val="accent5">
              <a:hueOff val="7310632"/>
              <a:satOff val="795"/>
              <a:lumOff val="-1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2823" tIns="81387" rIns="92823" bIns="81387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i="0" kern="1200"/>
            <a:t>Popular Linux Distributions</a:t>
          </a:r>
          <a:endParaRPr lang="en-US" sz="1400" kern="1200"/>
        </a:p>
      </dsp:txBody>
      <dsp:txXfrm>
        <a:off x="0" y="3495399"/>
        <a:ext cx="1754132" cy="82394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D295BF4-61B8-4094-9034-89E0BF0BC003}">
      <dsp:nvSpPr>
        <dsp:cNvPr id="0" name=""/>
        <dsp:cNvSpPr/>
      </dsp:nvSpPr>
      <dsp:spPr>
        <a:xfrm>
          <a:off x="1926403" y="420362"/>
          <a:ext cx="32423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24232" y="45720"/>
              </a:lnTo>
            </a:path>
          </a:pathLst>
        </a:custGeom>
        <a:noFill/>
        <a:ln w="9525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079649" y="464306"/>
        <a:ext cx="17741" cy="3551"/>
      </dsp:txXfrm>
    </dsp:sp>
    <dsp:sp modelId="{DD9C4F75-3DBA-4AC2-BC21-36B5361C80E6}">
      <dsp:nvSpPr>
        <dsp:cNvPr id="0" name=""/>
        <dsp:cNvSpPr/>
      </dsp:nvSpPr>
      <dsp:spPr>
        <a:xfrm>
          <a:off x="385453" y="3257"/>
          <a:ext cx="1542750" cy="92565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5596" tIns="79351" rIns="75596" bIns="79351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i="0" kern="1200"/>
            <a:t>1. BIOS/UEFI Initialization: Hardware check and hand over to bootloader.</a:t>
          </a:r>
          <a:endParaRPr lang="en-US" sz="1200" kern="1200"/>
        </a:p>
      </dsp:txBody>
      <dsp:txXfrm>
        <a:off x="385453" y="3257"/>
        <a:ext cx="1542750" cy="925650"/>
      </dsp:txXfrm>
    </dsp:sp>
    <dsp:sp modelId="{329C77F6-2AE8-41C1-B1E3-1932267D89EC}">
      <dsp:nvSpPr>
        <dsp:cNvPr id="0" name=""/>
        <dsp:cNvSpPr/>
      </dsp:nvSpPr>
      <dsp:spPr>
        <a:xfrm>
          <a:off x="1156828" y="927107"/>
          <a:ext cx="1897582" cy="324232"/>
        </a:xfrm>
        <a:custGeom>
          <a:avLst/>
          <a:gdLst/>
          <a:ahLst/>
          <a:cxnLst/>
          <a:rect l="0" t="0" r="0" b="0"/>
          <a:pathLst>
            <a:path>
              <a:moveTo>
                <a:pt x="1897582" y="0"/>
              </a:moveTo>
              <a:lnTo>
                <a:pt x="1897582" y="179216"/>
              </a:lnTo>
              <a:lnTo>
                <a:pt x="0" y="179216"/>
              </a:lnTo>
              <a:lnTo>
                <a:pt x="0" y="324232"/>
              </a:lnTo>
            </a:path>
          </a:pathLst>
        </a:custGeom>
        <a:noFill/>
        <a:ln w="9525" cap="rnd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057358" y="1087447"/>
        <a:ext cx="96523" cy="3551"/>
      </dsp:txXfrm>
    </dsp:sp>
    <dsp:sp modelId="{D45F4B0A-4BCB-40DC-81A5-7F80C0B037D7}">
      <dsp:nvSpPr>
        <dsp:cNvPr id="0" name=""/>
        <dsp:cNvSpPr/>
      </dsp:nvSpPr>
      <dsp:spPr>
        <a:xfrm>
          <a:off x="2283036" y="3257"/>
          <a:ext cx="1542750" cy="925650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5596" tIns="79351" rIns="75596" bIns="79351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i="0" kern="1200"/>
            <a:t>2. Boot Loader: GRUB loads the kernel.</a:t>
          </a:r>
          <a:endParaRPr lang="en-US" sz="1200" kern="1200"/>
        </a:p>
      </dsp:txBody>
      <dsp:txXfrm>
        <a:off x="2283036" y="3257"/>
        <a:ext cx="1542750" cy="925650"/>
      </dsp:txXfrm>
    </dsp:sp>
    <dsp:sp modelId="{6854D28C-1FA3-407C-A048-864880A87464}">
      <dsp:nvSpPr>
        <dsp:cNvPr id="0" name=""/>
        <dsp:cNvSpPr/>
      </dsp:nvSpPr>
      <dsp:spPr>
        <a:xfrm>
          <a:off x="1926403" y="1700845"/>
          <a:ext cx="32423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24232" y="45720"/>
              </a:lnTo>
            </a:path>
          </a:pathLst>
        </a:custGeom>
        <a:noFill/>
        <a:ln w="9525" cap="rnd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079649" y="1744789"/>
        <a:ext cx="17741" cy="3551"/>
      </dsp:txXfrm>
    </dsp:sp>
    <dsp:sp modelId="{0BEB6476-FB56-49F7-9EF4-D1DDBC96EB3E}">
      <dsp:nvSpPr>
        <dsp:cNvPr id="0" name=""/>
        <dsp:cNvSpPr/>
      </dsp:nvSpPr>
      <dsp:spPr>
        <a:xfrm>
          <a:off x="385453" y="1283739"/>
          <a:ext cx="1542750" cy="925650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5596" tIns="79351" rIns="75596" bIns="79351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i="0" kern="1200"/>
            <a:t>3. Kernel Initialization: Loads drivers and mounts root filesystem.</a:t>
          </a:r>
          <a:endParaRPr lang="en-US" sz="1200" kern="1200"/>
        </a:p>
      </dsp:txBody>
      <dsp:txXfrm>
        <a:off x="385453" y="1283739"/>
        <a:ext cx="1542750" cy="925650"/>
      </dsp:txXfrm>
    </dsp:sp>
    <dsp:sp modelId="{2F629FCA-E01E-4632-966A-81C6A519BB75}">
      <dsp:nvSpPr>
        <dsp:cNvPr id="0" name=""/>
        <dsp:cNvSpPr/>
      </dsp:nvSpPr>
      <dsp:spPr>
        <a:xfrm>
          <a:off x="1156828" y="2207590"/>
          <a:ext cx="1897582" cy="324232"/>
        </a:xfrm>
        <a:custGeom>
          <a:avLst/>
          <a:gdLst/>
          <a:ahLst/>
          <a:cxnLst/>
          <a:rect l="0" t="0" r="0" b="0"/>
          <a:pathLst>
            <a:path>
              <a:moveTo>
                <a:pt x="1897582" y="0"/>
              </a:moveTo>
              <a:lnTo>
                <a:pt x="1897582" y="179216"/>
              </a:lnTo>
              <a:lnTo>
                <a:pt x="0" y="179216"/>
              </a:lnTo>
              <a:lnTo>
                <a:pt x="0" y="324232"/>
              </a:lnTo>
            </a:path>
          </a:pathLst>
        </a:custGeom>
        <a:noFill/>
        <a:ln w="9525" cap="rnd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057358" y="2367930"/>
        <a:ext cx="96523" cy="3551"/>
      </dsp:txXfrm>
    </dsp:sp>
    <dsp:sp modelId="{0073E057-9924-457F-BE24-F2B12A46896E}">
      <dsp:nvSpPr>
        <dsp:cNvPr id="0" name=""/>
        <dsp:cNvSpPr/>
      </dsp:nvSpPr>
      <dsp:spPr>
        <a:xfrm>
          <a:off x="2283036" y="1283739"/>
          <a:ext cx="1542750" cy="925650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5596" tIns="79351" rIns="75596" bIns="79351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i="0" kern="1200"/>
            <a:t>4. Initramfs: Temporary root file system used during boot.</a:t>
          </a:r>
          <a:endParaRPr lang="en-US" sz="1200" kern="1200"/>
        </a:p>
      </dsp:txBody>
      <dsp:txXfrm>
        <a:off x="2283036" y="1283739"/>
        <a:ext cx="1542750" cy="925650"/>
      </dsp:txXfrm>
    </dsp:sp>
    <dsp:sp modelId="{1B621699-043C-49E4-8FD3-7D251E3B4188}">
      <dsp:nvSpPr>
        <dsp:cNvPr id="0" name=""/>
        <dsp:cNvSpPr/>
      </dsp:nvSpPr>
      <dsp:spPr>
        <a:xfrm>
          <a:off x="1926403" y="2981327"/>
          <a:ext cx="32423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24232" y="45720"/>
              </a:lnTo>
            </a:path>
          </a:pathLst>
        </a:custGeom>
        <a:noFill/>
        <a:ln w="9525" cap="rnd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079649" y="3025271"/>
        <a:ext cx="17741" cy="3551"/>
      </dsp:txXfrm>
    </dsp:sp>
    <dsp:sp modelId="{C8345F27-248D-4787-B096-ABAD0B926A3C}">
      <dsp:nvSpPr>
        <dsp:cNvPr id="0" name=""/>
        <dsp:cNvSpPr/>
      </dsp:nvSpPr>
      <dsp:spPr>
        <a:xfrm>
          <a:off x="385453" y="2564222"/>
          <a:ext cx="1542750" cy="925650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5596" tIns="79351" rIns="75596" bIns="79351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i="0" kern="1200"/>
            <a:t>5. Init/systemd: First process started by kernel.</a:t>
          </a:r>
          <a:endParaRPr lang="en-US" sz="1200" kern="1200"/>
        </a:p>
      </dsp:txBody>
      <dsp:txXfrm>
        <a:off x="385453" y="2564222"/>
        <a:ext cx="1542750" cy="925650"/>
      </dsp:txXfrm>
    </dsp:sp>
    <dsp:sp modelId="{3B37E9B5-32C1-4D3B-A737-29A0E1B3A2E5}">
      <dsp:nvSpPr>
        <dsp:cNvPr id="0" name=""/>
        <dsp:cNvSpPr/>
      </dsp:nvSpPr>
      <dsp:spPr>
        <a:xfrm>
          <a:off x="1156828" y="3488073"/>
          <a:ext cx="1897582" cy="324232"/>
        </a:xfrm>
        <a:custGeom>
          <a:avLst/>
          <a:gdLst/>
          <a:ahLst/>
          <a:cxnLst/>
          <a:rect l="0" t="0" r="0" b="0"/>
          <a:pathLst>
            <a:path>
              <a:moveTo>
                <a:pt x="1897582" y="0"/>
              </a:moveTo>
              <a:lnTo>
                <a:pt x="1897582" y="179216"/>
              </a:lnTo>
              <a:lnTo>
                <a:pt x="0" y="179216"/>
              </a:lnTo>
              <a:lnTo>
                <a:pt x="0" y="324232"/>
              </a:lnTo>
            </a:path>
          </a:pathLst>
        </a:custGeom>
        <a:noFill/>
        <a:ln w="9525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057358" y="3648413"/>
        <a:ext cx="96523" cy="3551"/>
      </dsp:txXfrm>
    </dsp:sp>
    <dsp:sp modelId="{B380EFF8-C526-45FF-8F0F-D180157EE675}">
      <dsp:nvSpPr>
        <dsp:cNvPr id="0" name=""/>
        <dsp:cNvSpPr/>
      </dsp:nvSpPr>
      <dsp:spPr>
        <a:xfrm>
          <a:off x="2283036" y="2564222"/>
          <a:ext cx="1542750" cy="92565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5596" tIns="79351" rIns="75596" bIns="79351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i="0" kern="1200"/>
            <a:t>6. </a:t>
          </a:r>
          <a:r>
            <a:rPr lang="en-US" sz="1200" b="0" i="0" kern="1200" err="1"/>
            <a:t>Runlevels</a:t>
          </a:r>
          <a:r>
            <a:rPr lang="en-US" sz="1200" b="0" i="0" kern="1200"/>
            <a:t>/Targets: Determine system state (multi-user, graphical).</a:t>
          </a:r>
          <a:endParaRPr lang="en-US" sz="1200" kern="1200"/>
        </a:p>
      </dsp:txBody>
      <dsp:txXfrm>
        <a:off x="2283036" y="2564222"/>
        <a:ext cx="1542750" cy="925650"/>
      </dsp:txXfrm>
    </dsp:sp>
    <dsp:sp modelId="{A5124217-3A0E-44DF-A6B4-4066FD55BD01}">
      <dsp:nvSpPr>
        <dsp:cNvPr id="0" name=""/>
        <dsp:cNvSpPr/>
      </dsp:nvSpPr>
      <dsp:spPr>
        <a:xfrm>
          <a:off x="385453" y="3844705"/>
          <a:ext cx="1542750" cy="925650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5596" tIns="79351" rIns="75596" bIns="79351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50" b="0" i="0" kern="1200"/>
            <a:t>- </a:t>
          </a:r>
          <a:r>
            <a:rPr lang="en-US" sz="1050" b="0" i="0" kern="1200" err="1"/>
            <a:t>SysVinit</a:t>
          </a:r>
          <a:r>
            <a:rPr lang="en-US" sz="1050" b="0" i="0" kern="1200"/>
            <a:t> vs </a:t>
          </a:r>
          <a:r>
            <a:rPr lang="en-US" sz="1050" b="0" i="0" kern="1200" err="1"/>
            <a:t>systemd</a:t>
          </a:r>
          <a:r>
            <a:rPr lang="en-US" sz="1050" b="0" i="0" kern="1200"/>
            <a:t>: </a:t>
          </a:r>
          <a:r>
            <a:rPr lang="en-US" sz="1050" b="0" i="0" kern="1200" err="1"/>
            <a:t>systemd</a:t>
          </a:r>
          <a:r>
            <a:rPr lang="en-US" sz="1050" b="0" i="0" kern="1200"/>
            <a:t> offers parallel service loading and better performance.</a:t>
          </a:r>
          <a:endParaRPr lang="en-US" sz="1050" kern="1200"/>
        </a:p>
      </dsp:txBody>
      <dsp:txXfrm>
        <a:off x="385453" y="3844705"/>
        <a:ext cx="1542750" cy="92565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3B38299-1BB9-40F1-ABA0-16193FEAA041}">
      <dsp:nvSpPr>
        <dsp:cNvPr id="0" name=""/>
        <dsp:cNvSpPr/>
      </dsp:nvSpPr>
      <dsp:spPr>
        <a:xfrm>
          <a:off x="4526" y="486866"/>
          <a:ext cx="631351" cy="63135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6273BEC-1B31-4CD2-B666-03821233A77A}">
      <dsp:nvSpPr>
        <dsp:cNvPr id="0" name=""/>
        <dsp:cNvSpPr/>
      </dsp:nvSpPr>
      <dsp:spPr>
        <a:xfrm>
          <a:off x="4526" y="1222731"/>
          <a:ext cx="1803861" cy="3889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b="1" i="0" kern="1200"/>
            <a:t>Navigating Filesystem</a:t>
          </a:r>
          <a:endParaRPr lang="en-US" sz="1400" kern="1200"/>
        </a:p>
      </dsp:txBody>
      <dsp:txXfrm>
        <a:off x="4526" y="1222731"/>
        <a:ext cx="1803861" cy="388957"/>
      </dsp:txXfrm>
    </dsp:sp>
    <dsp:sp modelId="{5467ED40-F6AC-4E72-B0E3-6E193A00C7FE}">
      <dsp:nvSpPr>
        <dsp:cNvPr id="0" name=""/>
        <dsp:cNvSpPr/>
      </dsp:nvSpPr>
      <dsp:spPr>
        <a:xfrm>
          <a:off x="4526" y="1660300"/>
          <a:ext cx="1803861" cy="1257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i="0" kern="1200"/>
            <a:t>- ls - List files</a:t>
          </a:r>
          <a:endParaRPr lang="en-US" sz="1100" kern="1200"/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i="0" kern="1200"/>
            <a:t>- pwd - Show current directory</a:t>
          </a:r>
          <a:endParaRPr lang="en-US" sz="1100" kern="1200"/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i="0" kern="1200"/>
            <a:t>- cd - Change directory</a:t>
          </a:r>
          <a:endParaRPr lang="en-US" sz="1100" kern="1200"/>
        </a:p>
      </dsp:txBody>
      <dsp:txXfrm>
        <a:off x="4526" y="1660300"/>
        <a:ext cx="1803861" cy="1257109"/>
      </dsp:txXfrm>
    </dsp:sp>
    <dsp:sp modelId="{0117D483-BA37-4593-8603-A6C25B3B73AE}">
      <dsp:nvSpPr>
        <dsp:cNvPr id="0" name=""/>
        <dsp:cNvSpPr/>
      </dsp:nvSpPr>
      <dsp:spPr>
        <a:xfrm>
          <a:off x="2124064" y="486866"/>
          <a:ext cx="631351" cy="63135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12D44A1-899B-467C-863D-BDBF3CB3DC8F}">
      <dsp:nvSpPr>
        <dsp:cNvPr id="0" name=""/>
        <dsp:cNvSpPr/>
      </dsp:nvSpPr>
      <dsp:spPr>
        <a:xfrm>
          <a:off x="2124064" y="1222731"/>
          <a:ext cx="1803861" cy="3889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b="1" i="0" kern="1200"/>
            <a:t>File Operations</a:t>
          </a:r>
          <a:endParaRPr lang="en-US" sz="1400" kern="1200"/>
        </a:p>
      </dsp:txBody>
      <dsp:txXfrm>
        <a:off x="2124064" y="1222731"/>
        <a:ext cx="1803861" cy="388957"/>
      </dsp:txXfrm>
    </dsp:sp>
    <dsp:sp modelId="{D252C9B3-583B-47B7-AD39-55FFFA117F88}">
      <dsp:nvSpPr>
        <dsp:cNvPr id="0" name=""/>
        <dsp:cNvSpPr/>
      </dsp:nvSpPr>
      <dsp:spPr>
        <a:xfrm>
          <a:off x="2124064" y="1660300"/>
          <a:ext cx="1803861" cy="1257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i="0" kern="1200"/>
            <a:t>- cp - Copy files</a:t>
          </a:r>
          <a:endParaRPr lang="en-US" sz="1100" kern="1200"/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i="0" kern="1200"/>
            <a:t>- mv - Move/rename files</a:t>
          </a:r>
          <a:endParaRPr lang="en-US" sz="1100" kern="1200"/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i="0" kern="1200"/>
            <a:t>- rm - Remove files</a:t>
          </a:r>
          <a:endParaRPr lang="en-US" sz="1100" kern="1200"/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i="0" kern="1200"/>
            <a:t>- touch - Create empty files</a:t>
          </a:r>
          <a:endParaRPr lang="en-US" sz="1100" kern="1200"/>
        </a:p>
      </dsp:txBody>
      <dsp:txXfrm>
        <a:off x="2124064" y="1660300"/>
        <a:ext cx="1803861" cy="1257109"/>
      </dsp:txXfrm>
    </dsp:sp>
    <dsp:sp modelId="{357280EC-11F9-4698-9B94-40BF22F29837}">
      <dsp:nvSpPr>
        <dsp:cNvPr id="0" name=""/>
        <dsp:cNvSpPr/>
      </dsp:nvSpPr>
      <dsp:spPr>
        <a:xfrm>
          <a:off x="4243601" y="486866"/>
          <a:ext cx="631351" cy="63135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7465A0E-0216-487B-873A-343C03C13CED}">
      <dsp:nvSpPr>
        <dsp:cNvPr id="0" name=""/>
        <dsp:cNvSpPr/>
      </dsp:nvSpPr>
      <dsp:spPr>
        <a:xfrm>
          <a:off x="4243601" y="1222731"/>
          <a:ext cx="1803861" cy="3889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b="1" i="0" kern="1200"/>
            <a:t>Viewing Files</a:t>
          </a:r>
          <a:endParaRPr lang="en-US" sz="1400" kern="1200"/>
        </a:p>
      </dsp:txBody>
      <dsp:txXfrm>
        <a:off x="4243601" y="1222731"/>
        <a:ext cx="1803861" cy="388957"/>
      </dsp:txXfrm>
    </dsp:sp>
    <dsp:sp modelId="{F058EE39-A248-4248-AE78-7363AFF39145}">
      <dsp:nvSpPr>
        <dsp:cNvPr id="0" name=""/>
        <dsp:cNvSpPr/>
      </dsp:nvSpPr>
      <dsp:spPr>
        <a:xfrm>
          <a:off x="4243601" y="1660300"/>
          <a:ext cx="1803861" cy="1257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i="0" kern="1200"/>
            <a:t>- cat - View file contents</a:t>
          </a:r>
          <a:endParaRPr lang="en-US" sz="1100" kern="1200"/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i="0" kern="1200"/>
            <a:t>- less/more - Read files page by page</a:t>
          </a:r>
          <a:endParaRPr lang="en-US" sz="1100" kern="1200"/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i="0" kern="1200"/>
            <a:t>- head/tail - Show first/last lines</a:t>
          </a:r>
          <a:endParaRPr lang="en-US" sz="1100" kern="1200"/>
        </a:p>
      </dsp:txBody>
      <dsp:txXfrm>
        <a:off x="4243601" y="1660300"/>
        <a:ext cx="1803861" cy="1257109"/>
      </dsp:txXfrm>
    </dsp:sp>
    <dsp:sp modelId="{79F09CA0-740C-4214-99E5-40AE5B3BBF15}">
      <dsp:nvSpPr>
        <dsp:cNvPr id="0" name=""/>
        <dsp:cNvSpPr/>
      </dsp:nvSpPr>
      <dsp:spPr>
        <a:xfrm>
          <a:off x="6363139" y="486866"/>
          <a:ext cx="631351" cy="631351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E5EF422-A572-4D82-8FC6-9916F35FFF4E}">
      <dsp:nvSpPr>
        <dsp:cNvPr id="0" name=""/>
        <dsp:cNvSpPr/>
      </dsp:nvSpPr>
      <dsp:spPr>
        <a:xfrm>
          <a:off x="6363139" y="1222731"/>
          <a:ext cx="1803861" cy="3889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b="1" i="0" kern="1200"/>
            <a:t>File Permissions &amp; Ownership</a:t>
          </a:r>
          <a:endParaRPr lang="en-US" sz="1400" kern="1200"/>
        </a:p>
      </dsp:txBody>
      <dsp:txXfrm>
        <a:off x="6363139" y="1222731"/>
        <a:ext cx="1803861" cy="388957"/>
      </dsp:txXfrm>
    </dsp:sp>
    <dsp:sp modelId="{B7B700DB-47AC-47BE-B5F0-4C383C6E5E8E}">
      <dsp:nvSpPr>
        <dsp:cNvPr id="0" name=""/>
        <dsp:cNvSpPr/>
      </dsp:nvSpPr>
      <dsp:spPr>
        <a:xfrm>
          <a:off x="6363139" y="1660300"/>
          <a:ext cx="1803861" cy="1257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i="0" kern="1200"/>
            <a:t>- ls -l - Show permissions</a:t>
          </a:r>
          <a:endParaRPr lang="en-US" sz="1100" kern="1200"/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i="0" kern="1200"/>
            <a:t>- chmod - Change permissions</a:t>
          </a:r>
          <a:endParaRPr lang="en-US" sz="1100" kern="1200"/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i="0" kern="1200"/>
            <a:t>- chown - Change file owner</a:t>
          </a:r>
          <a:endParaRPr lang="en-US" sz="1100" kern="1200"/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i="0" kern="1200"/>
            <a:t>- chgrp - Change group ownership</a:t>
          </a:r>
          <a:endParaRPr lang="en-US" sz="1100" kern="1200"/>
        </a:p>
      </dsp:txBody>
      <dsp:txXfrm>
        <a:off x="6363139" y="1660300"/>
        <a:ext cx="1803861" cy="1257109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BD3EE57-E8DE-4CC9-AA04-CE9BD105F705}">
      <dsp:nvSpPr>
        <dsp:cNvPr id="0" name=""/>
        <dsp:cNvSpPr/>
      </dsp:nvSpPr>
      <dsp:spPr>
        <a:xfrm>
          <a:off x="0" y="101648"/>
          <a:ext cx="5365201" cy="81848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• </a:t>
          </a:r>
          <a:r>
            <a:rPr lang="en-US" sz="2100" b="1" kern="1200"/>
            <a:t>find / -name file.txt </a:t>
          </a:r>
          <a:r>
            <a:rPr lang="en-US" sz="2100" kern="1200"/>
            <a:t>– Search by name</a:t>
          </a:r>
        </a:p>
      </dsp:txBody>
      <dsp:txXfrm>
        <a:off x="39955" y="141603"/>
        <a:ext cx="5285291" cy="738578"/>
      </dsp:txXfrm>
    </dsp:sp>
    <dsp:sp modelId="{FD1CD62C-6F42-4B39-8C22-E9CC86C21B0C}">
      <dsp:nvSpPr>
        <dsp:cNvPr id="0" name=""/>
        <dsp:cNvSpPr/>
      </dsp:nvSpPr>
      <dsp:spPr>
        <a:xfrm>
          <a:off x="0" y="980616"/>
          <a:ext cx="5365201" cy="81848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• </a:t>
          </a:r>
          <a:r>
            <a:rPr lang="en-US" sz="2100" b="1" kern="1200"/>
            <a:t>locate passwd </a:t>
          </a:r>
          <a:r>
            <a:rPr lang="en-US" sz="2100" kern="1200"/>
            <a:t>– Search using mlocate database</a:t>
          </a:r>
        </a:p>
      </dsp:txBody>
      <dsp:txXfrm>
        <a:off x="39955" y="1020571"/>
        <a:ext cx="5285291" cy="738578"/>
      </dsp:txXfrm>
    </dsp:sp>
    <dsp:sp modelId="{D8A7B087-3EEE-4E66-826F-7A024DD55252}">
      <dsp:nvSpPr>
        <dsp:cNvPr id="0" name=""/>
        <dsp:cNvSpPr/>
      </dsp:nvSpPr>
      <dsp:spPr>
        <a:xfrm>
          <a:off x="0" y="1859584"/>
          <a:ext cx="5365201" cy="81848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• </a:t>
          </a:r>
          <a:r>
            <a:rPr lang="en-US" sz="2100" b="1" kern="1200"/>
            <a:t>which bash </a:t>
          </a:r>
          <a:r>
            <a:rPr lang="en-US" sz="2100" kern="1200"/>
            <a:t>– Show binary path of command</a:t>
          </a:r>
        </a:p>
      </dsp:txBody>
      <dsp:txXfrm>
        <a:off x="39955" y="1899539"/>
        <a:ext cx="5285291" cy="738578"/>
      </dsp:txXfrm>
    </dsp:sp>
    <dsp:sp modelId="{D40E66C3-986C-4843-8079-A88767140BED}">
      <dsp:nvSpPr>
        <dsp:cNvPr id="0" name=""/>
        <dsp:cNvSpPr/>
      </dsp:nvSpPr>
      <dsp:spPr>
        <a:xfrm>
          <a:off x="0" y="2738552"/>
          <a:ext cx="5365201" cy="81848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• </a:t>
          </a:r>
          <a:r>
            <a:rPr lang="en-US" sz="2100" b="1" kern="1200"/>
            <a:t>whereis ls </a:t>
          </a:r>
          <a:r>
            <a:rPr lang="en-US" sz="2100" kern="1200"/>
            <a:t>– Locate binary, source, and man pages</a:t>
          </a:r>
        </a:p>
      </dsp:txBody>
      <dsp:txXfrm>
        <a:off x="39955" y="2778507"/>
        <a:ext cx="5285291" cy="738578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6348CD7-37BE-4C65-9753-E3D58CE7C80F}">
      <dsp:nvSpPr>
        <dsp:cNvPr id="0" name=""/>
        <dsp:cNvSpPr/>
      </dsp:nvSpPr>
      <dsp:spPr>
        <a:xfrm>
          <a:off x="0" y="109086"/>
          <a:ext cx="4211240" cy="71604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• tar -cvf file.tar dir/ – Create archive</a:t>
          </a:r>
        </a:p>
      </dsp:txBody>
      <dsp:txXfrm>
        <a:off x="34954" y="144040"/>
        <a:ext cx="4141332" cy="646132"/>
      </dsp:txXfrm>
    </dsp:sp>
    <dsp:sp modelId="{F8E46BE3-7F45-4363-9B23-4B17760E0E1F}">
      <dsp:nvSpPr>
        <dsp:cNvPr id="0" name=""/>
        <dsp:cNvSpPr/>
      </dsp:nvSpPr>
      <dsp:spPr>
        <a:xfrm>
          <a:off x="0" y="876966"/>
          <a:ext cx="4211240" cy="716040"/>
        </a:xfrm>
        <a:prstGeom prst="roundRect">
          <a:avLst/>
        </a:prstGeom>
        <a:solidFill>
          <a:schemeClr val="accent2">
            <a:hueOff val="270963"/>
            <a:satOff val="-1326"/>
            <a:lumOff val="745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• tar -xvf file.tar – Extract archive</a:t>
          </a:r>
        </a:p>
      </dsp:txBody>
      <dsp:txXfrm>
        <a:off x="34954" y="911920"/>
        <a:ext cx="4141332" cy="646132"/>
      </dsp:txXfrm>
    </dsp:sp>
    <dsp:sp modelId="{73A40093-2B61-4A15-AAB8-3498FFB894EE}">
      <dsp:nvSpPr>
        <dsp:cNvPr id="0" name=""/>
        <dsp:cNvSpPr/>
      </dsp:nvSpPr>
      <dsp:spPr>
        <a:xfrm>
          <a:off x="0" y="1644846"/>
          <a:ext cx="4211240" cy="716040"/>
        </a:xfrm>
        <a:prstGeom prst="roundRect">
          <a:avLst/>
        </a:prstGeom>
        <a:solidFill>
          <a:schemeClr val="accent2">
            <a:hueOff val="541926"/>
            <a:satOff val="-2653"/>
            <a:lumOff val="149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• gzip file.txt – Compress a file</a:t>
          </a:r>
        </a:p>
      </dsp:txBody>
      <dsp:txXfrm>
        <a:off x="34954" y="1679800"/>
        <a:ext cx="4141332" cy="646132"/>
      </dsp:txXfrm>
    </dsp:sp>
    <dsp:sp modelId="{747A230A-E7FE-4A08-8F4C-AD660BB66CA9}">
      <dsp:nvSpPr>
        <dsp:cNvPr id="0" name=""/>
        <dsp:cNvSpPr/>
      </dsp:nvSpPr>
      <dsp:spPr>
        <a:xfrm>
          <a:off x="0" y="2412726"/>
          <a:ext cx="4211240" cy="716040"/>
        </a:xfrm>
        <a:prstGeom prst="roundRect">
          <a:avLst/>
        </a:prstGeom>
        <a:solidFill>
          <a:schemeClr val="accent2">
            <a:hueOff val="812888"/>
            <a:satOff val="-3979"/>
            <a:lumOff val="2235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• gunzip file.txt.gz – Decompress a file</a:t>
          </a:r>
        </a:p>
      </dsp:txBody>
      <dsp:txXfrm>
        <a:off x="34954" y="2447680"/>
        <a:ext cx="4141332" cy="646132"/>
      </dsp:txXfrm>
    </dsp:sp>
    <dsp:sp modelId="{8BE2100A-9000-4DD0-B0ED-1222F302EA4E}">
      <dsp:nvSpPr>
        <dsp:cNvPr id="0" name=""/>
        <dsp:cNvSpPr/>
      </dsp:nvSpPr>
      <dsp:spPr>
        <a:xfrm>
          <a:off x="0" y="3180606"/>
          <a:ext cx="4211240" cy="716040"/>
        </a:xfrm>
        <a:prstGeom prst="roundRect">
          <a:avLst/>
        </a:prstGeom>
        <a:solidFill>
          <a:schemeClr val="accent2">
            <a:hueOff val="1083851"/>
            <a:satOff val="-5306"/>
            <a:lumOff val="298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• zip file.zip file1 file2 – Create ZIP archive</a:t>
          </a:r>
        </a:p>
      </dsp:txBody>
      <dsp:txXfrm>
        <a:off x="34954" y="3215560"/>
        <a:ext cx="4141332" cy="646132"/>
      </dsp:txXfrm>
    </dsp:sp>
    <dsp:sp modelId="{2E7A4067-C1E3-4AC7-91D5-57A12A4B0B8C}">
      <dsp:nvSpPr>
        <dsp:cNvPr id="0" name=""/>
        <dsp:cNvSpPr/>
      </dsp:nvSpPr>
      <dsp:spPr>
        <a:xfrm>
          <a:off x="0" y="3948486"/>
          <a:ext cx="4211240" cy="716040"/>
        </a:xfrm>
        <a:prstGeom prst="roundRect">
          <a:avLst/>
        </a:prstGeom>
        <a:solidFill>
          <a:schemeClr val="accent2">
            <a:hueOff val="1354814"/>
            <a:satOff val="-6632"/>
            <a:lumOff val="3725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• unzip file.zip – Extract ZIP archive</a:t>
          </a:r>
        </a:p>
      </dsp:txBody>
      <dsp:txXfrm>
        <a:off x="34954" y="3983440"/>
        <a:ext cx="4141332" cy="646132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629B672-028F-4846-BB69-1092D95560E2}">
      <dsp:nvSpPr>
        <dsp:cNvPr id="0" name=""/>
        <dsp:cNvSpPr/>
      </dsp:nvSpPr>
      <dsp:spPr>
        <a:xfrm>
          <a:off x="0" y="3073"/>
          <a:ext cx="8171528" cy="715395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1AFB374-F8A6-4ABE-8777-179D3953DE16}">
      <dsp:nvSpPr>
        <dsp:cNvPr id="0" name=""/>
        <dsp:cNvSpPr/>
      </dsp:nvSpPr>
      <dsp:spPr>
        <a:xfrm>
          <a:off x="216407" y="164037"/>
          <a:ext cx="393467" cy="39346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955E3EE-E4A9-4DAE-BF53-83D4277E18E3}">
      <dsp:nvSpPr>
        <dsp:cNvPr id="0" name=""/>
        <dsp:cNvSpPr/>
      </dsp:nvSpPr>
      <dsp:spPr>
        <a:xfrm>
          <a:off x="826282" y="3073"/>
          <a:ext cx="3677187" cy="7153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5713" tIns="75713" rIns="75713" bIns="75713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i="0" kern="1200"/>
            <a:t>Creating Users</a:t>
          </a:r>
          <a:endParaRPr lang="en-US" sz="2200" kern="1200"/>
        </a:p>
      </dsp:txBody>
      <dsp:txXfrm>
        <a:off x="826282" y="3073"/>
        <a:ext cx="3677187" cy="715395"/>
      </dsp:txXfrm>
    </dsp:sp>
    <dsp:sp modelId="{6C6BA525-4765-46FB-A820-A44C100E407E}">
      <dsp:nvSpPr>
        <dsp:cNvPr id="0" name=""/>
        <dsp:cNvSpPr/>
      </dsp:nvSpPr>
      <dsp:spPr>
        <a:xfrm>
          <a:off x="4503469" y="3073"/>
          <a:ext cx="3667250" cy="7153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5713" tIns="75713" rIns="75713" bIns="75713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i="0" kern="1200"/>
            <a:t>- useradd username - Create user</a:t>
          </a:r>
          <a:endParaRPr lang="en-US" sz="1100" kern="1200"/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i="0" kern="1200"/>
            <a:t>- passwd username - Set user password</a:t>
          </a:r>
          <a:endParaRPr lang="en-US" sz="1100" kern="1200"/>
        </a:p>
      </dsp:txBody>
      <dsp:txXfrm>
        <a:off x="4503469" y="3073"/>
        <a:ext cx="3667250" cy="715395"/>
      </dsp:txXfrm>
    </dsp:sp>
    <dsp:sp modelId="{63993B81-DA16-4B71-9981-AB053BA16B51}">
      <dsp:nvSpPr>
        <dsp:cNvPr id="0" name=""/>
        <dsp:cNvSpPr/>
      </dsp:nvSpPr>
      <dsp:spPr>
        <a:xfrm>
          <a:off x="0" y="897318"/>
          <a:ext cx="8171528" cy="715395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31FB117-36F0-496C-81CF-714D6230BDC4}">
      <dsp:nvSpPr>
        <dsp:cNvPr id="0" name=""/>
        <dsp:cNvSpPr/>
      </dsp:nvSpPr>
      <dsp:spPr>
        <a:xfrm>
          <a:off x="216407" y="1058282"/>
          <a:ext cx="393467" cy="39346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80795C8-38C8-4D04-88EB-CAC8AE4357A7}">
      <dsp:nvSpPr>
        <dsp:cNvPr id="0" name=""/>
        <dsp:cNvSpPr/>
      </dsp:nvSpPr>
      <dsp:spPr>
        <a:xfrm>
          <a:off x="826282" y="897318"/>
          <a:ext cx="3677187" cy="7153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5713" tIns="75713" rIns="75713" bIns="75713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i="0" kern="1200"/>
            <a:t>Managing Groups</a:t>
          </a:r>
          <a:endParaRPr lang="en-US" sz="2200" kern="1200"/>
        </a:p>
      </dsp:txBody>
      <dsp:txXfrm>
        <a:off x="826282" y="897318"/>
        <a:ext cx="3677187" cy="715395"/>
      </dsp:txXfrm>
    </dsp:sp>
    <dsp:sp modelId="{7664CA73-9F69-4CE3-B43D-88F6D9B77826}">
      <dsp:nvSpPr>
        <dsp:cNvPr id="0" name=""/>
        <dsp:cNvSpPr/>
      </dsp:nvSpPr>
      <dsp:spPr>
        <a:xfrm>
          <a:off x="4503469" y="897318"/>
          <a:ext cx="3667250" cy="7153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5713" tIns="75713" rIns="75713" bIns="75713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i="0" kern="1200"/>
            <a:t>- groupadd groupname - Create group</a:t>
          </a:r>
          <a:endParaRPr lang="en-US" sz="1100" kern="1200"/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i="0" kern="1200"/>
            <a:t>- usermod -aG groupname username - Add user to group</a:t>
          </a:r>
          <a:endParaRPr lang="en-US" sz="1100" kern="1200"/>
        </a:p>
      </dsp:txBody>
      <dsp:txXfrm>
        <a:off x="4503469" y="897318"/>
        <a:ext cx="3667250" cy="715395"/>
      </dsp:txXfrm>
    </dsp:sp>
    <dsp:sp modelId="{B6EE9F72-5A5A-46EA-8F6F-939DEB4D6EDF}">
      <dsp:nvSpPr>
        <dsp:cNvPr id="0" name=""/>
        <dsp:cNvSpPr/>
      </dsp:nvSpPr>
      <dsp:spPr>
        <a:xfrm>
          <a:off x="0" y="1791562"/>
          <a:ext cx="8171528" cy="715395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6E20233-3240-405C-B681-E473DADDFC54}">
      <dsp:nvSpPr>
        <dsp:cNvPr id="0" name=""/>
        <dsp:cNvSpPr/>
      </dsp:nvSpPr>
      <dsp:spPr>
        <a:xfrm>
          <a:off x="216407" y="1952526"/>
          <a:ext cx="393467" cy="39346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8701191-16E3-463A-8C06-85D286EAC01B}">
      <dsp:nvSpPr>
        <dsp:cNvPr id="0" name=""/>
        <dsp:cNvSpPr/>
      </dsp:nvSpPr>
      <dsp:spPr>
        <a:xfrm>
          <a:off x="826282" y="1791562"/>
          <a:ext cx="3677187" cy="7153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5713" tIns="75713" rIns="75713" bIns="75713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i="0" kern="1200"/>
            <a:t>Switching Users</a:t>
          </a:r>
          <a:endParaRPr lang="en-US" sz="2200" kern="1200"/>
        </a:p>
      </dsp:txBody>
      <dsp:txXfrm>
        <a:off x="826282" y="1791562"/>
        <a:ext cx="3677187" cy="715395"/>
      </dsp:txXfrm>
    </dsp:sp>
    <dsp:sp modelId="{6002A21D-6464-4C50-8662-708E62F21C89}">
      <dsp:nvSpPr>
        <dsp:cNvPr id="0" name=""/>
        <dsp:cNvSpPr/>
      </dsp:nvSpPr>
      <dsp:spPr>
        <a:xfrm>
          <a:off x="4503469" y="1791562"/>
          <a:ext cx="3667250" cy="7153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5713" tIns="75713" rIns="75713" bIns="75713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i="0" kern="1200"/>
            <a:t>- su - username - Switch user</a:t>
          </a:r>
          <a:endParaRPr lang="en-US" sz="1100" kern="1200"/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i="0" kern="1200"/>
            <a:t>- sudo command - Run command as admin</a:t>
          </a:r>
          <a:endParaRPr lang="en-US" sz="1100" kern="1200"/>
        </a:p>
      </dsp:txBody>
      <dsp:txXfrm>
        <a:off x="4503469" y="1791562"/>
        <a:ext cx="3667250" cy="715395"/>
      </dsp:txXfrm>
    </dsp:sp>
    <dsp:sp modelId="{93340FAB-CD46-4B67-A40F-487309205F4F}">
      <dsp:nvSpPr>
        <dsp:cNvPr id="0" name=""/>
        <dsp:cNvSpPr/>
      </dsp:nvSpPr>
      <dsp:spPr>
        <a:xfrm>
          <a:off x="0" y="2685807"/>
          <a:ext cx="8171528" cy="715395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CBA9706-C58F-4874-A583-4BD0C5A5E057}">
      <dsp:nvSpPr>
        <dsp:cNvPr id="0" name=""/>
        <dsp:cNvSpPr/>
      </dsp:nvSpPr>
      <dsp:spPr>
        <a:xfrm>
          <a:off x="216407" y="2846771"/>
          <a:ext cx="393467" cy="393467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AB7E711-C320-43A6-BE9A-575096E9FB5F}">
      <dsp:nvSpPr>
        <dsp:cNvPr id="0" name=""/>
        <dsp:cNvSpPr/>
      </dsp:nvSpPr>
      <dsp:spPr>
        <a:xfrm>
          <a:off x="826282" y="2685807"/>
          <a:ext cx="3677187" cy="7153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5713" tIns="75713" rIns="75713" bIns="75713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i="0" kern="1200"/>
            <a:t>Important Files</a:t>
          </a:r>
          <a:endParaRPr lang="en-US" sz="2200" kern="1200"/>
        </a:p>
      </dsp:txBody>
      <dsp:txXfrm>
        <a:off x="826282" y="2685807"/>
        <a:ext cx="3677187" cy="715395"/>
      </dsp:txXfrm>
    </dsp:sp>
    <dsp:sp modelId="{EC89AAC5-793C-43F2-B1CE-9ABE9F733D71}">
      <dsp:nvSpPr>
        <dsp:cNvPr id="0" name=""/>
        <dsp:cNvSpPr/>
      </dsp:nvSpPr>
      <dsp:spPr>
        <a:xfrm>
          <a:off x="4503469" y="2685807"/>
          <a:ext cx="3667250" cy="7153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5713" tIns="75713" rIns="75713" bIns="75713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i="0" kern="1200"/>
            <a:t>- /etc/passwd - User details</a:t>
          </a:r>
          <a:endParaRPr lang="en-US" sz="1100" kern="1200"/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i="0" kern="1200"/>
            <a:t>- /etc/shadow - Encrypted passwords</a:t>
          </a:r>
          <a:endParaRPr lang="en-US" sz="1100" kern="1200"/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i="0" kern="1200"/>
            <a:t>- /etc/group - Group details</a:t>
          </a:r>
          <a:endParaRPr lang="en-US" sz="1100" kern="1200"/>
        </a:p>
      </dsp:txBody>
      <dsp:txXfrm>
        <a:off x="4503469" y="2685807"/>
        <a:ext cx="3667250" cy="715395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A1648B7-3FA4-4FEC-98E0-08AEABF09407}">
      <dsp:nvSpPr>
        <dsp:cNvPr id="0" name=""/>
        <dsp:cNvSpPr/>
      </dsp:nvSpPr>
      <dsp:spPr>
        <a:xfrm>
          <a:off x="797088" y="322371"/>
          <a:ext cx="852619" cy="85261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E62B28C-0C76-40E4-AA13-085551BE49E9}">
      <dsp:nvSpPr>
        <dsp:cNvPr id="0" name=""/>
        <dsp:cNvSpPr/>
      </dsp:nvSpPr>
      <dsp:spPr>
        <a:xfrm>
          <a:off x="5369" y="1293651"/>
          <a:ext cx="2436056" cy="4339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b="1" i="0" kern="1200"/>
            <a:t>Important Directories</a:t>
          </a:r>
          <a:endParaRPr lang="en-US" sz="1400" kern="1200"/>
        </a:p>
      </dsp:txBody>
      <dsp:txXfrm>
        <a:off x="5369" y="1293651"/>
        <a:ext cx="2436056" cy="433922"/>
      </dsp:txXfrm>
    </dsp:sp>
    <dsp:sp modelId="{18F9A6F8-6B7C-4539-93F0-FF97C3364560}">
      <dsp:nvSpPr>
        <dsp:cNvPr id="0" name=""/>
        <dsp:cNvSpPr/>
      </dsp:nvSpPr>
      <dsp:spPr>
        <a:xfrm>
          <a:off x="5369" y="1782764"/>
          <a:ext cx="2436056" cy="12991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i="0" kern="1200"/>
            <a:t>- /etc - Configuration files</a:t>
          </a:r>
          <a:endParaRPr lang="en-US" sz="1100" kern="1200"/>
        </a:p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i="0" kern="1200"/>
            <a:t>- /var - Logs &amp; temp data</a:t>
          </a:r>
          <a:endParaRPr lang="en-US" sz="1100" kern="1200"/>
        </a:p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i="0" kern="1200"/>
            <a:t>- /home - User directories</a:t>
          </a:r>
          <a:endParaRPr lang="en-US" sz="1100" kern="1200"/>
        </a:p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i="0" kern="1200"/>
            <a:t>- /tmp - Temporary files</a:t>
          </a:r>
          <a:endParaRPr lang="en-US" sz="1100" kern="1200"/>
        </a:p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i="0" kern="1200"/>
            <a:t>- /usr - Installed software</a:t>
          </a:r>
          <a:endParaRPr lang="en-US" sz="1100" kern="1200"/>
        </a:p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i="0" kern="1200"/>
            <a:t>- /opt - Optional software</a:t>
          </a:r>
          <a:endParaRPr lang="en-US" sz="1100" kern="1200"/>
        </a:p>
      </dsp:txBody>
      <dsp:txXfrm>
        <a:off x="5369" y="1782764"/>
        <a:ext cx="2436056" cy="1299141"/>
      </dsp:txXfrm>
    </dsp:sp>
    <dsp:sp modelId="{0D3139E5-31C8-49E0-AD21-06A79D1D818C}">
      <dsp:nvSpPr>
        <dsp:cNvPr id="0" name=""/>
        <dsp:cNvSpPr/>
      </dsp:nvSpPr>
      <dsp:spPr>
        <a:xfrm>
          <a:off x="3659454" y="322371"/>
          <a:ext cx="852619" cy="85261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6298F8A-2053-4EBC-864F-B09819C33280}">
      <dsp:nvSpPr>
        <dsp:cNvPr id="0" name=""/>
        <dsp:cNvSpPr/>
      </dsp:nvSpPr>
      <dsp:spPr>
        <a:xfrm>
          <a:off x="2867735" y="1293651"/>
          <a:ext cx="2436056" cy="4339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b="1" i="0" kern="1200"/>
            <a:t>Mounting &amp; Unmounting</a:t>
          </a:r>
          <a:endParaRPr lang="en-US" sz="1400" kern="1200"/>
        </a:p>
      </dsp:txBody>
      <dsp:txXfrm>
        <a:off x="2867735" y="1293651"/>
        <a:ext cx="2436056" cy="433922"/>
      </dsp:txXfrm>
    </dsp:sp>
    <dsp:sp modelId="{FAFB47E0-E0FD-4754-9199-872124B0463A}">
      <dsp:nvSpPr>
        <dsp:cNvPr id="0" name=""/>
        <dsp:cNvSpPr/>
      </dsp:nvSpPr>
      <dsp:spPr>
        <a:xfrm>
          <a:off x="2867735" y="1782764"/>
          <a:ext cx="2436056" cy="12991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i="0" kern="1200"/>
            <a:t>- mount /dev/sdb1 /mnt - Mount disk</a:t>
          </a:r>
          <a:endParaRPr lang="en-US" sz="1100" kern="1200"/>
        </a:p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i="0" kern="1200"/>
            <a:t>- umount /mnt - Unmount disk</a:t>
          </a:r>
          <a:endParaRPr lang="en-US" sz="1100" kern="1200"/>
        </a:p>
      </dsp:txBody>
      <dsp:txXfrm>
        <a:off x="2867735" y="1782764"/>
        <a:ext cx="2436056" cy="1299141"/>
      </dsp:txXfrm>
    </dsp:sp>
    <dsp:sp modelId="{7A669DFA-0A44-4A62-BB4E-B3BF9D3C98BB}">
      <dsp:nvSpPr>
        <dsp:cNvPr id="0" name=""/>
        <dsp:cNvSpPr/>
      </dsp:nvSpPr>
      <dsp:spPr>
        <a:xfrm>
          <a:off x="6521820" y="322371"/>
          <a:ext cx="852619" cy="85261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360C063-BFF3-43A8-AE09-346EF676F62F}">
      <dsp:nvSpPr>
        <dsp:cNvPr id="0" name=""/>
        <dsp:cNvSpPr/>
      </dsp:nvSpPr>
      <dsp:spPr>
        <a:xfrm>
          <a:off x="5730101" y="1293651"/>
          <a:ext cx="2436056" cy="4339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b="1" i="0" kern="1200"/>
            <a:t>Disk Usage &amp; Storage Management</a:t>
          </a:r>
          <a:endParaRPr lang="en-US" sz="1400" kern="1200"/>
        </a:p>
      </dsp:txBody>
      <dsp:txXfrm>
        <a:off x="5730101" y="1293651"/>
        <a:ext cx="2436056" cy="433922"/>
      </dsp:txXfrm>
    </dsp:sp>
    <dsp:sp modelId="{9CB69084-B394-46DD-B2A9-FAB0C1BF2D03}">
      <dsp:nvSpPr>
        <dsp:cNvPr id="0" name=""/>
        <dsp:cNvSpPr/>
      </dsp:nvSpPr>
      <dsp:spPr>
        <a:xfrm>
          <a:off x="5730101" y="1782764"/>
          <a:ext cx="2436056" cy="12991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i="0" kern="1200"/>
            <a:t>- df -h - Show disk space</a:t>
          </a:r>
          <a:endParaRPr lang="en-US" sz="1100" kern="1200"/>
        </a:p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i="0" kern="1200"/>
            <a:t>- du -sh folder - Show folder size</a:t>
          </a:r>
          <a:endParaRPr lang="en-US" sz="1100" kern="1200"/>
        </a:p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i="0" kern="1200"/>
            <a:t>- fdisk -l - Show partitions</a:t>
          </a:r>
          <a:endParaRPr lang="en-US" sz="1100" kern="1200"/>
        </a:p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i="0" kern="1200"/>
            <a:t>- lsblk - Show block devices</a:t>
          </a:r>
          <a:endParaRPr lang="en-US" sz="1100" kern="1200"/>
        </a:p>
      </dsp:txBody>
      <dsp:txXfrm>
        <a:off x="5730101" y="1782764"/>
        <a:ext cx="2436056" cy="1299141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EEDDFB1-05BC-4C0A-B75A-8F5FD3011657}">
      <dsp:nvSpPr>
        <dsp:cNvPr id="0" name=""/>
        <dsp:cNvSpPr/>
      </dsp:nvSpPr>
      <dsp:spPr>
        <a:xfrm>
          <a:off x="0" y="96126"/>
          <a:ext cx="4211240" cy="35802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/>
            <a:t>• Environment variables are dynamic values used by the shell and applications.</a:t>
          </a:r>
        </a:p>
      </dsp:txBody>
      <dsp:txXfrm>
        <a:off x="17477" y="113603"/>
        <a:ext cx="4176286" cy="323066"/>
      </dsp:txXfrm>
    </dsp:sp>
    <dsp:sp modelId="{E06407AC-4EF8-4F0B-9599-5FBE0F505826}">
      <dsp:nvSpPr>
        <dsp:cNvPr id="0" name=""/>
        <dsp:cNvSpPr/>
      </dsp:nvSpPr>
      <dsp:spPr>
        <a:xfrm>
          <a:off x="0" y="480066"/>
          <a:ext cx="4211240" cy="358020"/>
        </a:xfrm>
        <a:prstGeom prst="roundRect">
          <a:avLst/>
        </a:prstGeom>
        <a:solidFill>
          <a:schemeClr val="accent5">
            <a:hueOff val="664603"/>
            <a:satOff val="72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/>
            <a:t>• They store system-wide or user-specific configuration data.</a:t>
          </a:r>
        </a:p>
      </dsp:txBody>
      <dsp:txXfrm>
        <a:off x="17477" y="497543"/>
        <a:ext cx="4176286" cy="323066"/>
      </dsp:txXfrm>
    </dsp:sp>
    <dsp:sp modelId="{17A600FD-8337-45A3-8C0D-870207AFD4FA}">
      <dsp:nvSpPr>
        <dsp:cNvPr id="0" name=""/>
        <dsp:cNvSpPr/>
      </dsp:nvSpPr>
      <dsp:spPr>
        <a:xfrm>
          <a:off x="0" y="864006"/>
          <a:ext cx="4211240" cy="358020"/>
        </a:xfrm>
        <a:prstGeom prst="roundRect">
          <a:avLst/>
        </a:prstGeom>
        <a:solidFill>
          <a:schemeClr val="accent5">
            <a:hueOff val="1329206"/>
            <a:satOff val="145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/>
            <a:t>Examples:</a:t>
          </a:r>
        </a:p>
      </dsp:txBody>
      <dsp:txXfrm>
        <a:off x="17477" y="881483"/>
        <a:ext cx="4176286" cy="323066"/>
      </dsp:txXfrm>
    </dsp:sp>
    <dsp:sp modelId="{73426B0C-B2B9-4CF8-A55F-839EAE061255}">
      <dsp:nvSpPr>
        <dsp:cNvPr id="0" name=""/>
        <dsp:cNvSpPr/>
      </dsp:nvSpPr>
      <dsp:spPr>
        <a:xfrm>
          <a:off x="0" y="1247946"/>
          <a:ext cx="4211240" cy="358020"/>
        </a:xfrm>
        <a:prstGeom prst="roundRect">
          <a:avLst/>
        </a:prstGeom>
        <a:solidFill>
          <a:schemeClr val="accent5">
            <a:hueOff val="1993809"/>
            <a:satOff val="217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/>
            <a:t>• $PATH – Tells the shell where to search for executable files</a:t>
          </a:r>
        </a:p>
      </dsp:txBody>
      <dsp:txXfrm>
        <a:off x="17477" y="1265423"/>
        <a:ext cx="4176286" cy="323066"/>
      </dsp:txXfrm>
    </dsp:sp>
    <dsp:sp modelId="{25EC051E-A8B0-456B-A4C3-D641192C1B64}">
      <dsp:nvSpPr>
        <dsp:cNvPr id="0" name=""/>
        <dsp:cNvSpPr/>
      </dsp:nvSpPr>
      <dsp:spPr>
        <a:xfrm>
          <a:off x="0" y="1631886"/>
          <a:ext cx="4211240" cy="358020"/>
        </a:xfrm>
        <a:prstGeom prst="roundRect">
          <a:avLst/>
        </a:prstGeom>
        <a:solidFill>
          <a:schemeClr val="accent5">
            <a:hueOff val="2658412"/>
            <a:satOff val="289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/>
            <a:t>• $HOME – User’s home directory</a:t>
          </a:r>
        </a:p>
      </dsp:txBody>
      <dsp:txXfrm>
        <a:off x="17477" y="1649363"/>
        <a:ext cx="4176286" cy="323066"/>
      </dsp:txXfrm>
    </dsp:sp>
    <dsp:sp modelId="{1341B6BF-5414-4F8C-A483-0E36F13D268C}">
      <dsp:nvSpPr>
        <dsp:cNvPr id="0" name=""/>
        <dsp:cNvSpPr/>
      </dsp:nvSpPr>
      <dsp:spPr>
        <a:xfrm>
          <a:off x="0" y="2015826"/>
          <a:ext cx="4211240" cy="358020"/>
        </a:xfrm>
        <a:prstGeom prst="roundRect">
          <a:avLst/>
        </a:prstGeom>
        <a:solidFill>
          <a:schemeClr val="accent5">
            <a:hueOff val="3323015"/>
            <a:satOff val="361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/>
            <a:t>• $USER – Current logged-in username</a:t>
          </a:r>
        </a:p>
      </dsp:txBody>
      <dsp:txXfrm>
        <a:off x="17477" y="2033303"/>
        <a:ext cx="4176286" cy="323066"/>
      </dsp:txXfrm>
    </dsp:sp>
    <dsp:sp modelId="{E1005DA2-E901-42A3-A10D-91607A7501A8}">
      <dsp:nvSpPr>
        <dsp:cNvPr id="0" name=""/>
        <dsp:cNvSpPr/>
      </dsp:nvSpPr>
      <dsp:spPr>
        <a:xfrm>
          <a:off x="0" y="2399766"/>
          <a:ext cx="4211240" cy="358020"/>
        </a:xfrm>
        <a:prstGeom prst="roundRect">
          <a:avLst/>
        </a:prstGeom>
        <a:solidFill>
          <a:schemeClr val="accent5">
            <a:hueOff val="3987618"/>
            <a:satOff val="434"/>
            <a:lumOff val="-1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/>
            <a:t>Usage:</a:t>
          </a:r>
        </a:p>
      </dsp:txBody>
      <dsp:txXfrm>
        <a:off x="17477" y="2417243"/>
        <a:ext cx="4176286" cy="323066"/>
      </dsp:txXfrm>
    </dsp:sp>
    <dsp:sp modelId="{75689A3A-62E3-4E5D-B757-D93543C6027A}">
      <dsp:nvSpPr>
        <dsp:cNvPr id="0" name=""/>
        <dsp:cNvSpPr/>
      </dsp:nvSpPr>
      <dsp:spPr>
        <a:xfrm>
          <a:off x="0" y="2783706"/>
          <a:ext cx="4211240" cy="358020"/>
        </a:xfrm>
        <a:prstGeom prst="roundRect">
          <a:avLst/>
        </a:prstGeom>
        <a:solidFill>
          <a:schemeClr val="accent5">
            <a:hueOff val="4652221"/>
            <a:satOff val="506"/>
            <a:lumOff val="-1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/>
            <a:t>• echo $PATH – View PATH variable</a:t>
          </a:r>
        </a:p>
      </dsp:txBody>
      <dsp:txXfrm>
        <a:off x="17477" y="2801183"/>
        <a:ext cx="4176286" cy="323066"/>
      </dsp:txXfrm>
    </dsp:sp>
    <dsp:sp modelId="{AC240E7A-738F-48A0-B465-F7C2F204A9AC}">
      <dsp:nvSpPr>
        <dsp:cNvPr id="0" name=""/>
        <dsp:cNvSpPr/>
      </dsp:nvSpPr>
      <dsp:spPr>
        <a:xfrm>
          <a:off x="0" y="3167646"/>
          <a:ext cx="4211240" cy="358020"/>
        </a:xfrm>
        <a:prstGeom prst="roundRect">
          <a:avLst/>
        </a:prstGeom>
        <a:solidFill>
          <a:schemeClr val="accent5">
            <a:hueOff val="5316824"/>
            <a:satOff val="578"/>
            <a:lumOff val="-1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/>
            <a:t>• export VAR=value – Set a new environment variable</a:t>
          </a:r>
        </a:p>
      </dsp:txBody>
      <dsp:txXfrm>
        <a:off x="17477" y="3185123"/>
        <a:ext cx="4176286" cy="323066"/>
      </dsp:txXfrm>
    </dsp:sp>
    <dsp:sp modelId="{FB9AFAA9-B63A-4FFE-92EB-932D3A3E6C64}">
      <dsp:nvSpPr>
        <dsp:cNvPr id="0" name=""/>
        <dsp:cNvSpPr/>
      </dsp:nvSpPr>
      <dsp:spPr>
        <a:xfrm>
          <a:off x="0" y="3551586"/>
          <a:ext cx="4211240" cy="358020"/>
        </a:xfrm>
        <a:prstGeom prst="roundRect">
          <a:avLst/>
        </a:prstGeom>
        <a:solidFill>
          <a:schemeClr val="accent5">
            <a:hueOff val="5981426"/>
            <a:satOff val="650"/>
            <a:lumOff val="-1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/>
            <a:t>• set – List all variables (shell-specific)</a:t>
          </a:r>
        </a:p>
      </dsp:txBody>
      <dsp:txXfrm>
        <a:off x="17477" y="3569063"/>
        <a:ext cx="4176286" cy="323066"/>
      </dsp:txXfrm>
    </dsp:sp>
    <dsp:sp modelId="{A36EA899-B326-4379-8490-D51F94487DEA}">
      <dsp:nvSpPr>
        <dsp:cNvPr id="0" name=""/>
        <dsp:cNvSpPr/>
      </dsp:nvSpPr>
      <dsp:spPr>
        <a:xfrm>
          <a:off x="0" y="3935526"/>
          <a:ext cx="4211240" cy="358020"/>
        </a:xfrm>
        <a:prstGeom prst="roundRect">
          <a:avLst/>
        </a:prstGeom>
        <a:solidFill>
          <a:schemeClr val="accent5">
            <a:hueOff val="6646030"/>
            <a:satOff val="723"/>
            <a:lumOff val="-1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/>
            <a:t>• env – Display current environment variables</a:t>
          </a:r>
        </a:p>
      </dsp:txBody>
      <dsp:txXfrm>
        <a:off x="17477" y="3953003"/>
        <a:ext cx="4176286" cy="323066"/>
      </dsp:txXfrm>
    </dsp:sp>
    <dsp:sp modelId="{58E6AED1-586C-4398-A9A3-019884190B88}">
      <dsp:nvSpPr>
        <dsp:cNvPr id="0" name=""/>
        <dsp:cNvSpPr/>
      </dsp:nvSpPr>
      <dsp:spPr>
        <a:xfrm>
          <a:off x="0" y="4319466"/>
          <a:ext cx="4211240" cy="358020"/>
        </a:xfrm>
        <a:prstGeom prst="roundRect">
          <a:avLst/>
        </a:prstGeom>
        <a:solidFill>
          <a:schemeClr val="accent5">
            <a:hueOff val="7310632"/>
            <a:satOff val="795"/>
            <a:lumOff val="-1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/>
            <a:t>Note: These variables influence system behavior, scripts, and application execution.</a:t>
          </a:r>
        </a:p>
      </dsp:txBody>
      <dsp:txXfrm>
        <a:off x="17477" y="4336943"/>
        <a:ext cx="4176286" cy="323066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6052134-653D-4214-BE12-AF7519D57F0B}">
      <dsp:nvSpPr>
        <dsp:cNvPr id="0" name=""/>
        <dsp:cNvSpPr/>
      </dsp:nvSpPr>
      <dsp:spPr>
        <a:xfrm>
          <a:off x="0" y="1478"/>
          <a:ext cx="4872038" cy="63021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027D542-4FB5-45F9-80C9-ED009D60BAC3}">
      <dsp:nvSpPr>
        <dsp:cNvPr id="0" name=""/>
        <dsp:cNvSpPr/>
      </dsp:nvSpPr>
      <dsp:spPr>
        <a:xfrm>
          <a:off x="190639" y="143276"/>
          <a:ext cx="346616" cy="34661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D400BFA-79E9-495E-9C97-3F585CBBFD59}">
      <dsp:nvSpPr>
        <dsp:cNvPr id="0" name=""/>
        <dsp:cNvSpPr/>
      </dsp:nvSpPr>
      <dsp:spPr>
        <a:xfrm>
          <a:off x="727895" y="1478"/>
          <a:ext cx="4144142" cy="6302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6698" tIns="66698" rIns="66698" bIns="66698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• ip a – Show IP addresses</a:t>
          </a:r>
        </a:p>
      </dsp:txBody>
      <dsp:txXfrm>
        <a:off x="727895" y="1478"/>
        <a:ext cx="4144142" cy="630212"/>
      </dsp:txXfrm>
    </dsp:sp>
    <dsp:sp modelId="{3FBE7C8B-1F11-4E51-A9A9-802902285C0E}">
      <dsp:nvSpPr>
        <dsp:cNvPr id="0" name=""/>
        <dsp:cNvSpPr/>
      </dsp:nvSpPr>
      <dsp:spPr>
        <a:xfrm>
          <a:off x="0" y="789244"/>
          <a:ext cx="4872038" cy="63021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7B8A741-1BA9-44EE-825A-CE035B873C1C}">
      <dsp:nvSpPr>
        <dsp:cNvPr id="0" name=""/>
        <dsp:cNvSpPr/>
      </dsp:nvSpPr>
      <dsp:spPr>
        <a:xfrm>
          <a:off x="190639" y="931042"/>
          <a:ext cx="346616" cy="34661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348FBD2-DCF0-45BC-A08E-30551338AB91}">
      <dsp:nvSpPr>
        <dsp:cNvPr id="0" name=""/>
        <dsp:cNvSpPr/>
      </dsp:nvSpPr>
      <dsp:spPr>
        <a:xfrm>
          <a:off x="727895" y="789244"/>
          <a:ext cx="4144142" cy="6302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6698" tIns="66698" rIns="66698" bIns="66698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• ip r – Show routing table</a:t>
          </a:r>
        </a:p>
      </dsp:txBody>
      <dsp:txXfrm>
        <a:off x="727895" y="789244"/>
        <a:ext cx="4144142" cy="630212"/>
      </dsp:txXfrm>
    </dsp:sp>
    <dsp:sp modelId="{56973988-1779-4EF4-9493-143D76D0B468}">
      <dsp:nvSpPr>
        <dsp:cNvPr id="0" name=""/>
        <dsp:cNvSpPr/>
      </dsp:nvSpPr>
      <dsp:spPr>
        <a:xfrm>
          <a:off x="0" y="1577010"/>
          <a:ext cx="4872038" cy="63021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E2017A0-7399-4DA9-A610-116780F23D6C}">
      <dsp:nvSpPr>
        <dsp:cNvPr id="0" name=""/>
        <dsp:cNvSpPr/>
      </dsp:nvSpPr>
      <dsp:spPr>
        <a:xfrm>
          <a:off x="190639" y="1718808"/>
          <a:ext cx="346616" cy="34661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B13E14B-4B7D-4866-B530-5BB384F52B3B}">
      <dsp:nvSpPr>
        <dsp:cNvPr id="0" name=""/>
        <dsp:cNvSpPr/>
      </dsp:nvSpPr>
      <dsp:spPr>
        <a:xfrm>
          <a:off x="727895" y="1577010"/>
          <a:ext cx="4144142" cy="6302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6698" tIns="66698" rIns="66698" bIns="66698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• ping hostname – Check connectivity</a:t>
          </a:r>
        </a:p>
      </dsp:txBody>
      <dsp:txXfrm>
        <a:off x="727895" y="1577010"/>
        <a:ext cx="4144142" cy="630212"/>
      </dsp:txXfrm>
    </dsp:sp>
    <dsp:sp modelId="{05BF6A53-E97B-4037-8569-29049FFF319E}">
      <dsp:nvSpPr>
        <dsp:cNvPr id="0" name=""/>
        <dsp:cNvSpPr/>
      </dsp:nvSpPr>
      <dsp:spPr>
        <a:xfrm>
          <a:off x="0" y="2364776"/>
          <a:ext cx="4872038" cy="63021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FDFE580-6BBF-4D3A-B123-7A07B4B51252}">
      <dsp:nvSpPr>
        <dsp:cNvPr id="0" name=""/>
        <dsp:cNvSpPr/>
      </dsp:nvSpPr>
      <dsp:spPr>
        <a:xfrm>
          <a:off x="190639" y="2506574"/>
          <a:ext cx="346616" cy="34661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33BD0FD-5C53-4AC0-BA0E-8613B2BBEFFC}">
      <dsp:nvSpPr>
        <dsp:cNvPr id="0" name=""/>
        <dsp:cNvSpPr/>
      </dsp:nvSpPr>
      <dsp:spPr>
        <a:xfrm>
          <a:off x="727895" y="2364776"/>
          <a:ext cx="4144142" cy="6302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6698" tIns="66698" rIns="66698" bIns="66698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• netstat -tulnp – Show ports and connections</a:t>
          </a:r>
        </a:p>
      </dsp:txBody>
      <dsp:txXfrm>
        <a:off x="727895" y="2364776"/>
        <a:ext cx="4144142" cy="630212"/>
      </dsp:txXfrm>
    </dsp:sp>
    <dsp:sp modelId="{26B945EC-164D-4C35-A427-4CDD10B27297}">
      <dsp:nvSpPr>
        <dsp:cNvPr id="0" name=""/>
        <dsp:cNvSpPr/>
      </dsp:nvSpPr>
      <dsp:spPr>
        <a:xfrm>
          <a:off x="0" y="3152542"/>
          <a:ext cx="4872038" cy="63021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2F4D9B8-4B82-4566-9215-A792DA1F53A5}">
      <dsp:nvSpPr>
        <dsp:cNvPr id="0" name=""/>
        <dsp:cNvSpPr/>
      </dsp:nvSpPr>
      <dsp:spPr>
        <a:xfrm>
          <a:off x="190639" y="3294340"/>
          <a:ext cx="346616" cy="346616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82A7D77-E510-4494-86F2-BA6F722A759E}">
      <dsp:nvSpPr>
        <dsp:cNvPr id="0" name=""/>
        <dsp:cNvSpPr/>
      </dsp:nvSpPr>
      <dsp:spPr>
        <a:xfrm>
          <a:off x="727895" y="3152542"/>
          <a:ext cx="4144142" cy="6302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6698" tIns="66698" rIns="66698" bIns="66698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• ss -tuln – Faster alternative to netstat</a:t>
          </a:r>
        </a:p>
      </dsp:txBody>
      <dsp:txXfrm>
        <a:off x="727895" y="3152542"/>
        <a:ext cx="4144142" cy="630212"/>
      </dsp:txXfrm>
    </dsp:sp>
    <dsp:sp modelId="{DD39E209-589C-4DF8-94A9-629932A4FC34}">
      <dsp:nvSpPr>
        <dsp:cNvPr id="0" name=""/>
        <dsp:cNvSpPr/>
      </dsp:nvSpPr>
      <dsp:spPr>
        <a:xfrm>
          <a:off x="0" y="3940308"/>
          <a:ext cx="4872038" cy="63021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F4FF5E8-D83A-4DDE-A17A-439A3DF29E03}">
      <dsp:nvSpPr>
        <dsp:cNvPr id="0" name=""/>
        <dsp:cNvSpPr/>
      </dsp:nvSpPr>
      <dsp:spPr>
        <a:xfrm>
          <a:off x="190639" y="4082106"/>
          <a:ext cx="346616" cy="346616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CB7DA5F-33A9-4F83-8DF3-86D9C7923A56}">
      <dsp:nvSpPr>
        <dsp:cNvPr id="0" name=""/>
        <dsp:cNvSpPr/>
      </dsp:nvSpPr>
      <dsp:spPr>
        <a:xfrm>
          <a:off x="727895" y="3940308"/>
          <a:ext cx="4144142" cy="6302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6698" tIns="66698" rIns="66698" bIns="66698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• nmcli – Manage network settings</a:t>
          </a:r>
        </a:p>
      </dsp:txBody>
      <dsp:txXfrm>
        <a:off x="727895" y="3940308"/>
        <a:ext cx="4144142" cy="630212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779516F-98AA-4778-86A8-5F000D97A9FE}">
      <dsp:nvSpPr>
        <dsp:cNvPr id="0" name=""/>
        <dsp:cNvSpPr/>
      </dsp:nvSpPr>
      <dsp:spPr>
        <a:xfrm>
          <a:off x="282165" y="842568"/>
          <a:ext cx="873896" cy="873896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6185293-A5E0-4DED-9730-7697FE24EA87}">
      <dsp:nvSpPr>
        <dsp:cNvPr id="0" name=""/>
        <dsp:cNvSpPr/>
      </dsp:nvSpPr>
      <dsp:spPr>
        <a:xfrm>
          <a:off x="468405" y="1028808"/>
          <a:ext cx="501416" cy="50141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CBB972D-399E-4246-939D-E8886FFB67B8}">
      <dsp:nvSpPr>
        <dsp:cNvPr id="0" name=""/>
        <dsp:cNvSpPr/>
      </dsp:nvSpPr>
      <dsp:spPr>
        <a:xfrm>
          <a:off x="2805" y="1988661"/>
          <a:ext cx="1432617" cy="5730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b="0" i="0" kern="1200"/>
            <a:t>- Linux is open-source and widely used</a:t>
          </a:r>
          <a:endParaRPr lang="en-US" sz="1100" kern="1200"/>
        </a:p>
      </dsp:txBody>
      <dsp:txXfrm>
        <a:off x="2805" y="1988661"/>
        <a:ext cx="1432617" cy="573046"/>
      </dsp:txXfrm>
    </dsp:sp>
    <dsp:sp modelId="{86702DF2-57E7-4D5D-8E51-C409F11FBA2B}">
      <dsp:nvSpPr>
        <dsp:cNvPr id="0" name=""/>
        <dsp:cNvSpPr/>
      </dsp:nvSpPr>
      <dsp:spPr>
        <a:xfrm>
          <a:off x="1965490" y="842568"/>
          <a:ext cx="873896" cy="873896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5E2AC99-5510-4532-A831-2DF272948CEF}">
      <dsp:nvSpPr>
        <dsp:cNvPr id="0" name=""/>
        <dsp:cNvSpPr/>
      </dsp:nvSpPr>
      <dsp:spPr>
        <a:xfrm>
          <a:off x="2151730" y="1028808"/>
          <a:ext cx="501416" cy="50141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8269DDB-B8B1-4B30-97E3-2E578DF2AFC8}">
      <dsp:nvSpPr>
        <dsp:cNvPr id="0" name=""/>
        <dsp:cNvSpPr/>
      </dsp:nvSpPr>
      <dsp:spPr>
        <a:xfrm>
          <a:off x="1686130" y="1988661"/>
          <a:ext cx="1432617" cy="5730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b="0" i="0" kern="1200"/>
            <a:t>- Architecture includes Kernel, Shell, and File System</a:t>
          </a:r>
          <a:endParaRPr lang="en-US" sz="1100" kern="1200"/>
        </a:p>
      </dsp:txBody>
      <dsp:txXfrm>
        <a:off x="1686130" y="1988661"/>
        <a:ext cx="1432617" cy="573046"/>
      </dsp:txXfrm>
    </dsp:sp>
    <dsp:sp modelId="{1C82D020-78BE-4B1A-93B7-C6D7D9C8B302}">
      <dsp:nvSpPr>
        <dsp:cNvPr id="0" name=""/>
        <dsp:cNvSpPr/>
      </dsp:nvSpPr>
      <dsp:spPr>
        <a:xfrm>
          <a:off x="3648815" y="842568"/>
          <a:ext cx="873896" cy="873896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B14E2D8-6110-48D9-8DC4-6CD403293036}">
      <dsp:nvSpPr>
        <dsp:cNvPr id="0" name=""/>
        <dsp:cNvSpPr/>
      </dsp:nvSpPr>
      <dsp:spPr>
        <a:xfrm>
          <a:off x="3835055" y="1028808"/>
          <a:ext cx="501416" cy="50141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0D4E251-08AA-4B32-B0BC-23C4040106F4}">
      <dsp:nvSpPr>
        <dsp:cNvPr id="0" name=""/>
        <dsp:cNvSpPr/>
      </dsp:nvSpPr>
      <dsp:spPr>
        <a:xfrm>
          <a:off x="3369455" y="1988661"/>
          <a:ext cx="1432617" cy="5730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b="0" i="0" kern="1200"/>
            <a:t>- Mastering basic commands is key</a:t>
          </a:r>
          <a:endParaRPr lang="en-US" sz="1100" kern="1200"/>
        </a:p>
      </dsp:txBody>
      <dsp:txXfrm>
        <a:off x="3369455" y="1988661"/>
        <a:ext cx="1432617" cy="573046"/>
      </dsp:txXfrm>
    </dsp:sp>
    <dsp:sp modelId="{30B26951-F389-4571-93E8-DCE5324B1741}">
      <dsp:nvSpPr>
        <dsp:cNvPr id="0" name=""/>
        <dsp:cNvSpPr/>
      </dsp:nvSpPr>
      <dsp:spPr>
        <a:xfrm>
          <a:off x="5332140" y="842568"/>
          <a:ext cx="873896" cy="873896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8DF7D56-C970-438E-A23D-0CBF4F5D4404}">
      <dsp:nvSpPr>
        <dsp:cNvPr id="0" name=""/>
        <dsp:cNvSpPr/>
      </dsp:nvSpPr>
      <dsp:spPr>
        <a:xfrm>
          <a:off x="5518381" y="1028808"/>
          <a:ext cx="501416" cy="50141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5784FDC-C3CD-46E6-87E9-122DCEB46305}">
      <dsp:nvSpPr>
        <dsp:cNvPr id="0" name=""/>
        <dsp:cNvSpPr/>
      </dsp:nvSpPr>
      <dsp:spPr>
        <a:xfrm>
          <a:off x="5052780" y="1988661"/>
          <a:ext cx="1432617" cy="5730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b="0" i="0" kern="1200"/>
            <a:t>- User and group management for security</a:t>
          </a:r>
          <a:endParaRPr lang="en-US" sz="1100" kern="1200"/>
        </a:p>
      </dsp:txBody>
      <dsp:txXfrm>
        <a:off x="5052780" y="1988661"/>
        <a:ext cx="1432617" cy="573046"/>
      </dsp:txXfrm>
    </dsp:sp>
    <dsp:sp modelId="{281F8240-569B-4BC0-B5DF-6DCA22535328}">
      <dsp:nvSpPr>
        <dsp:cNvPr id="0" name=""/>
        <dsp:cNvSpPr/>
      </dsp:nvSpPr>
      <dsp:spPr>
        <a:xfrm>
          <a:off x="7015466" y="842568"/>
          <a:ext cx="873896" cy="873896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6870885-186D-4E84-891E-3CE38744B75C}">
      <dsp:nvSpPr>
        <dsp:cNvPr id="0" name=""/>
        <dsp:cNvSpPr/>
      </dsp:nvSpPr>
      <dsp:spPr>
        <a:xfrm>
          <a:off x="7201706" y="1028808"/>
          <a:ext cx="501416" cy="501416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75ADB16-E4CA-433B-8D8D-DAAF28DB3575}">
      <dsp:nvSpPr>
        <dsp:cNvPr id="0" name=""/>
        <dsp:cNvSpPr/>
      </dsp:nvSpPr>
      <dsp:spPr>
        <a:xfrm>
          <a:off x="6736105" y="1988661"/>
          <a:ext cx="1432617" cy="5730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b="0" i="0" kern="1200"/>
            <a:t>- Understanding file system hierarchy is crucial</a:t>
          </a:r>
          <a:endParaRPr lang="en-US" sz="1100" kern="1200"/>
        </a:p>
      </dsp:txBody>
      <dsp:txXfrm>
        <a:off x="6736105" y="1988661"/>
        <a:ext cx="1432617" cy="57304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VerticalSolidActionList">
  <dgm:title val="Vertical Solid Action List"/>
  <dgm:desc val="Use to show non-sequential or grouped lists of information. Works well with large amounts of text. All text has the same level of emphasis, and direction is not implied."/>
  <dgm:catLst>
    <dgm:cat type="list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  <dgm:pt modelId="5">
          <dgm:prSet phldr="1"/>
        </dgm:pt>
        <dgm:pt modelId="5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7" srcId="0" destId="4" srcOrd="3" destOrd="0"/>
        <dgm:cxn modelId="8" srcId="0" destId="5" srcOrd="4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  <dgm:cxn modelId="53" srcId="5" destId="5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6"/>
      <dgm:constr type="primFontSz" for="des" forName="parentText" op="equ" val="28"/>
      <dgm:constr type="primFontSz" for="des" forName="descendantText" refType="primFontSz" refFor="des" refForName="parentText" op="lte" fact="0.82"/>
      <dgm:constr type="primFontSz" for="des" forName="parentText" refType="primFontSz" refFor="des" refForName="descendantText" op="lte" fact="1.25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2"/>
          <dgm:constr type="w" for="ch" forName="descendantText" refType="w" fact="0.8"/>
          <dgm:constr type="h" for="ch" forName="parentText" refType="h"/>
          <dgm:constr type="h" for="ch" forName="descendantText" refType="h" refFor="ch" refForName="parentText"/>
        </dgm:constrLst>
        <dgm:ruleLst/>
        <dgm:layoutNode name="parentText" styleLbl="alignNode1">
          <dgm:varLst>
            <dgm:chMax val="1"/>
            <dgm:bulletEnabled/>
          </dgm:varLst>
          <dgm:alg type="tx"/>
          <dgm:shape xmlns:r="http://schemas.openxmlformats.org/officeDocument/2006/relationships" type="rect" r:blip="" zOrderOff="3">
            <dgm:adjLst/>
          </dgm:shape>
          <dgm:presOf axis="self" ptType="node"/>
          <dgm:constrLst>
            <dgm:constr type="tMarg" refType="h" fact="0.28"/>
            <dgm:constr type="bMarg" refType="h" fact="0.28"/>
            <dgm:constr type="lMarg" refType="w" fact="0.15"/>
            <dgm:constr type="rMarg" refType="w" fact="0.15"/>
          </dgm:constrLst>
          <dgm:ruleLst>
            <dgm:rule type="primFontSz" val="15" fact="NaN" max="NaN"/>
          </dgm:ruleLst>
        </dgm:layoutNode>
        <dgm:layoutNode name="descendantText" styleLbl="alignAccFollowNode1">
          <dgm:varLst>
            <dgm:bulletEnabled/>
          </dgm:varLst>
          <dgm:alg type="tx">
            <dgm:param type="stBulletLvl" val="0"/>
            <dgm:param type="parTxLTRAlign" val="l"/>
            <dgm:param type="shpTxLTRAlignCh" val="l"/>
            <dgm:param type="parTxRTLAlign" val="r"/>
            <dgm:param type="shpTxRTLAlignCh" val="r"/>
          </dgm:alg>
          <dgm:choose name="Name10">
            <dgm:if name="Name11" func="var" arg="dir" op="equ" val="norm">
              <dgm:shape xmlns:r="http://schemas.openxmlformats.org/officeDocument/2006/relationships" type="rect" r:blip="">
                <dgm:adjLst/>
              </dgm:shape>
            </dgm:if>
            <dgm:else name="Name12">
              <dgm:shape xmlns:r="http://schemas.openxmlformats.org/officeDocument/2006/relationships" type="rect" r:blip="">
                <dgm:adjLst/>
              </dgm:shape>
            </dgm:else>
          </dgm:choose>
          <dgm:presOf axis="des" ptType="node"/>
          <dgm:constrLst>
            <dgm:constr type="primFontSz" val="24"/>
            <dgm:constr type="lMarg" refType="w" fact="0.055"/>
            <dgm:constr type="rMarg" refType="w" fact="0.055"/>
            <dgm:constr type="tMarg" refType="h" fact="0.72"/>
            <dgm:constr type="bMarg" refType="h" fact="0.72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2" y="1447801"/>
            <a:ext cx="662096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2" y="4777380"/>
            <a:ext cx="662096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8756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5058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2861734"/>
            <a:ext cx="662096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86347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700" y="2060576"/>
            <a:ext cx="3298113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1975" y="2056093"/>
            <a:ext cx="3298115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25035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1905000"/>
            <a:ext cx="32981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700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1976" y="1905000"/>
            <a:ext cx="3298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1976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31100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7/2/2025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46799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7/2/2025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75663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1447800"/>
            <a:ext cx="2551462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9397" y="1447800"/>
            <a:ext cx="3898013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129281"/>
            <a:ext cx="25514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7/2/2025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53451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656" y="1854192"/>
            <a:ext cx="3820674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3517" y="1143000"/>
            <a:ext cx="2400925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657600"/>
            <a:ext cx="3814728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24808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800587"/>
            <a:ext cx="66209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2" y="685800"/>
            <a:ext cx="662096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3" y="5367325"/>
            <a:ext cx="662096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87017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447800"/>
            <a:ext cx="6620968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657600"/>
            <a:ext cx="6620968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282940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409" y="1447800"/>
            <a:ext cx="6001049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448177" y="3771174"/>
            <a:ext cx="546115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4350657"/>
            <a:ext cx="6620968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73897" y="971253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9690" y="2613787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31797843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3124201"/>
            <a:ext cx="662096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953496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834" y="1981200"/>
            <a:ext cx="22107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475" y="2667000"/>
            <a:ext cx="219608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3504" y="1981200"/>
            <a:ext cx="220275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5586" y="2667000"/>
            <a:ext cx="2210671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1981200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4917" y="2667000"/>
            <a:ext cx="2199658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834671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475" y="4250949"/>
            <a:ext cx="22056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475" y="2209800"/>
            <a:ext cx="2205612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475" y="4827212"/>
            <a:ext cx="220561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792" y="4250949"/>
            <a:ext cx="21984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791" y="2209800"/>
            <a:ext cx="2198466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776" y="4827211"/>
            <a:ext cx="2201378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4250949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4916" y="2209800"/>
            <a:ext cx="219965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4824" y="4827209"/>
            <a:ext cx="2202571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941866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549195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9782" y="430214"/>
            <a:ext cx="1314793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475" y="773205"/>
            <a:ext cx="5568812" cy="54831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19453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629943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Oval 22"/>
          <p:cNvSpPr/>
          <p:nvPr/>
        </p:nvSpPr>
        <p:spPr>
          <a:xfrm>
            <a:off x="5689832" y="-457200"/>
            <a:ext cx="1600200" cy="1600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4000"/>
                </a:schemeClr>
              </a:gs>
              <a:gs pos="73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Oval 23"/>
          <p:cNvSpPr/>
          <p:nvPr/>
        </p:nvSpPr>
        <p:spPr>
          <a:xfrm>
            <a:off x="6299432" y="6096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9000"/>
                </a:schemeClr>
              </a:gs>
              <a:gs pos="66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Oval 19"/>
          <p:cNvSpPr/>
          <p:nvPr/>
        </p:nvSpPr>
        <p:spPr>
          <a:xfrm>
            <a:off x="-153988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1000"/>
                </a:schemeClr>
              </a:gs>
              <a:gs pos="75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1" name="Oval 20"/>
          <p:cNvSpPr/>
          <p:nvPr/>
        </p:nvSpPr>
        <p:spPr>
          <a:xfrm>
            <a:off x="-839788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8000"/>
                </a:schemeClr>
              </a:gs>
              <a:gs pos="72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Rectangle 1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6431" y="295736"/>
            <a:ext cx="628813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1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723640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7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6" indent="-342906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62" indent="-285755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20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2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3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42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49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5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6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7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5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22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3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38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46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53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6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diagramLayout" Target="../diagrams/layout4.xml"/><Relationship Id="rId7" Type="http://schemas.openxmlformats.org/officeDocument/2006/relationships/image" Target="../media/image20.png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7" Type="http://schemas.openxmlformats.org/officeDocument/2006/relationships/hyperlink" Target="https://labex.io/" TargetMode="Externa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Picture 28">
            <a:extLst>
              <a:ext uri="{FF2B5EF4-FFF2-40B4-BE49-F238E27FC236}">
                <a16:creationId xmlns:a16="http://schemas.microsoft.com/office/drawing/2014/main" id="{41B68C77-138E-4BF7-A276-BD0C78A421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3027759" cy="4188315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7C268552-D473-46ED-B1B8-422042C4DE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141809" cy="2365453"/>
          </a:xfrm>
          <a:prstGeom prst="rect">
            <a:avLst/>
          </a:prstGeom>
        </p:spPr>
      </p:pic>
      <p:sp>
        <p:nvSpPr>
          <p:cNvPr id="31" name="Oval 30">
            <a:extLst>
              <a:ext uri="{FF2B5EF4-FFF2-40B4-BE49-F238E27FC236}">
                <a16:creationId xmlns:a16="http://schemas.microsoft.com/office/drawing/2014/main" id="{4AC0CD9D-7610-4620-93B4-798CCD9AB5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56759" y="1676400"/>
            <a:ext cx="211455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B9238B3E-24AA-439A-B527-6C5DF6D721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5999559" y="0"/>
            <a:ext cx="1202540" cy="114140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69F01145-BEA3-4CBF-AA21-10077B948C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6454408" y="6096000"/>
            <a:ext cx="745301" cy="762000"/>
          </a:xfrm>
          <a:prstGeom prst="rect">
            <a:avLst/>
          </a:prstGeom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DE4D62F9-188E-4530-84C2-24BDEE4BEB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35" name="Rectangle 34">
            <a:extLst>
              <a:ext uri="{FF2B5EF4-FFF2-40B4-BE49-F238E27FC236}">
                <a16:creationId xmlns:a16="http://schemas.microsoft.com/office/drawing/2014/main" id="{20F6071B-48FA-4685-A9C9-A7B21E1C14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5"/>
            <a:ext cx="9143771" cy="473074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6" name="Graphic 35" descr="Computer">
            <a:extLst>
              <a:ext uri="{FF2B5EF4-FFF2-40B4-BE49-F238E27FC236}">
                <a16:creationId xmlns:a16="http://schemas.microsoft.com/office/drawing/2014/main" id="{4D350E40-BA95-4DF6-2C1A-E58E6052A25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76593" y="640081"/>
            <a:ext cx="2809447" cy="2809447"/>
          </a:xfrm>
          <a:prstGeom prst="rect">
            <a:avLst/>
          </a:prstGeom>
          <a:effectLst/>
        </p:spPr>
      </p:pic>
      <p:sp>
        <p:nvSpPr>
          <p:cNvPr id="37" name="Rectangle 36">
            <a:extLst>
              <a:ext uri="{FF2B5EF4-FFF2-40B4-BE49-F238E27FC236}">
                <a16:creationId xmlns:a16="http://schemas.microsoft.com/office/drawing/2014/main" id="{8C56044C-1580-4C45-8AA3-F2A07478B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51A8E3CE-561F-42BE-B6A2-FBE96F9A82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3579207"/>
            <a:ext cx="9143771" cy="3278793"/>
          </a:xfrm>
          <a:custGeom>
            <a:avLst/>
            <a:gdLst>
              <a:gd name="connsiteX0" fmla="*/ 1 w 12191696"/>
              <a:gd name="connsiteY0" fmla="*/ 0 h 3278793"/>
              <a:gd name="connsiteX1" fmla="*/ 71932 w 12191696"/>
              <a:gd name="connsiteY1" fmla="*/ 12261 h 3278793"/>
              <a:gd name="connsiteX2" fmla="*/ 282849 w 12191696"/>
              <a:gd name="connsiteY2" fmla="*/ 48343 h 3278793"/>
              <a:gd name="connsiteX3" fmla="*/ 436464 w 12191696"/>
              <a:gd name="connsiteY3" fmla="*/ 73565 h 3278793"/>
              <a:gd name="connsiteX4" fmla="*/ 619339 w 12191696"/>
              <a:gd name="connsiteY4" fmla="*/ 100188 h 3278793"/>
              <a:gd name="connsiteX5" fmla="*/ 836351 w 12191696"/>
              <a:gd name="connsiteY5" fmla="*/ 132066 h 3278793"/>
              <a:gd name="connsiteX6" fmla="*/ 1076528 w 12191696"/>
              <a:gd name="connsiteY6" fmla="*/ 165696 h 3278793"/>
              <a:gd name="connsiteX7" fmla="*/ 1347183 w 12191696"/>
              <a:gd name="connsiteY7" fmla="*/ 201077 h 3278793"/>
              <a:gd name="connsiteX8" fmla="*/ 1642223 w 12191696"/>
              <a:gd name="connsiteY8" fmla="*/ 238560 h 3278793"/>
              <a:gd name="connsiteX9" fmla="*/ 1962864 w 12191696"/>
              <a:gd name="connsiteY9" fmla="*/ 276043 h 3278793"/>
              <a:gd name="connsiteX10" fmla="*/ 2304232 w 12191696"/>
              <a:gd name="connsiteY10" fmla="*/ 314227 h 3278793"/>
              <a:gd name="connsiteX11" fmla="*/ 2672421 w 12191696"/>
              <a:gd name="connsiteY11" fmla="*/ 349608 h 3278793"/>
              <a:gd name="connsiteX12" fmla="*/ 3057678 w 12191696"/>
              <a:gd name="connsiteY12" fmla="*/ 383588 h 3278793"/>
              <a:gd name="connsiteX13" fmla="*/ 3464881 w 12191696"/>
              <a:gd name="connsiteY13" fmla="*/ 414415 h 3278793"/>
              <a:gd name="connsiteX14" fmla="*/ 3889152 w 12191696"/>
              <a:gd name="connsiteY14" fmla="*/ 443841 h 3278793"/>
              <a:gd name="connsiteX15" fmla="*/ 4331710 w 12191696"/>
              <a:gd name="connsiteY15" fmla="*/ 471515 h 3278793"/>
              <a:gd name="connsiteX16" fmla="*/ 4558476 w 12191696"/>
              <a:gd name="connsiteY16" fmla="*/ 481324 h 3278793"/>
              <a:gd name="connsiteX17" fmla="*/ 4790118 w 12191696"/>
              <a:gd name="connsiteY17" fmla="*/ 492183 h 3278793"/>
              <a:gd name="connsiteX18" fmla="*/ 5025418 w 12191696"/>
              <a:gd name="connsiteY18" fmla="*/ 502342 h 3278793"/>
              <a:gd name="connsiteX19" fmla="*/ 5261937 w 12191696"/>
              <a:gd name="connsiteY19" fmla="*/ 508998 h 3278793"/>
              <a:gd name="connsiteX20" fmla="*/ 5503333 w 12191696"/>
              <a:gd name="connsiteY20" fmla="*/ 514953 h 3278793"/>
              <a:gd name="connsiteX21" fmla="*/ 5747166 w 12191696"/>
              <a:gd name="connsiteY21" fmla="*/ 521259 h 3278793"/>
              <a:gd name="connsiteX22" fmla="*/ 5995877 w 12191696"/>
              <a:gd name="connsiteY22" fmla="*/ 525463 h 3278793"/>
              <a:gd name="connsiteX23" fmla="*/ 6247026 w 12191696"/>
              <a:gd name="connsiteY23" fmla="*/ 525463 h 3278793"/>
              <a:gd name="connsiteX24" fmla="*/ 6500613 w 12191696"/>
              <a:gd name="connsiteY24" fmla="*/ 527565 h 3278793"/>
              <a:gd name="connsiteX25" fmla="*/ 6756639 w 12191696"/>
              <a:gd name="connsiteY25" fmla="*/ 525463 h 3278793"/>
              <a:gd name="connsiteX26" fmla="*/ 7016322 w 12191696"/>
              <a:gd name="connsiteY26" fmla="*/ 521259 h 3278793"/>
              <a:gd name="connsiteX27" fmla="*/ 7276005 w 12191696"/>
              <a:gd name="connsiteY27" fmla="*/ 517406 h 3278793"/>
              <a:gd name="connsiteX28" fmla="*/ 7539345 w 12191696"/>
              <a:gd name="connsiteY28" fmla="*/ 508998 h 3278793"/>
              <a:gd name="connsiteX29" fmla="*/ 7805124 w 12191696"/>
              <a:gd name="connsiteY29" fmla="*/ 500241 h 3278793"/>
              <a:gd name="connsiteX30" fmla="*/ 8070903 w 12191696"/>
              <a:gd name="connsiteY30" fmla="*/ 490082 h 3278793"/>
              <a:gd name="connsiteX31" fmla="*/ 8339121 w 12191696"/>
              <a:gd name="connsiteY31" fmla="*/ 475719 h 3278793"/>
              <a:gd name="connsiteX32" fmla="*/ 8609776 w 12191696"/>
              <a:gd name="connsiteY32" fmla="*/ 458554 h 3278793"/>
              <a:gd name="connsiteX33" fmla="*/ 8881651 w 12191696"/>
              <a:gd name="connsiteY33" fmla="*/ 442089 h 3278793"/>
              <a:gd name="connsiteX34" fmla="*/ 9153526 w 12191696"/>
              <a:gd name="connsiteY34" fmla="*/ 421071 h 3278793"/>
              <a:gd name="connsiteX35" fmla="*/ 9429058 w 12191696"/>
              <a:gd name="connsiteY35" fmla="*/ 395849 h 3278793"/>
              <a:gd name="connsiteX36" fmla="*/ 9700933 w 12191696"/>
              <a:gd name="connsiteY36" fmla="*/ 370626 h 3278793"/>
              <a:gd name="connsiteX37" fmla="*/ 9977684 w 12191696"/>
              <a:gd name="connsiteY37" fmla="*/ 341551 h 3278793"/>
              <a:gd name="connsiteX38" fmla="*/ 10255655 w 12191696"/>
              <a:gd name="connsiteY38" fmla="*/ 309673 h 3278793"/>
              <a:gd name="connsiteX39" fmla="*/ 10529968 w 12191696"/>
              <a:gd name="connsiteY39" fmla="*/ 276043 h 3278793"/>
              <a:gd name="connsiteX40" fmla="*/ 10807939 w 12191696"/>
              <a:gd name="connsiteY40" fmla="*/ 236809 h 3278793"/>
              <a:gd name="connsiteX41" fmla="*/ 11084690 w 12191696"/>
              <a:gd name="connsiteY41" fmla="*/ 194772 h 3278793"/>
              <a:gd name="connsiteX42" fmla="*/ 11362661 w 12191696"/>
              <a:gd name="connsiteY42" fmla="*/ 153085 h 3278793"/>
              <a:gd name="connsiteX43" fmla="*/ 11639412 w 12191696"/>
              <a:gd name="connsiteY43" fmla="*/ 104392 h 3278793"/>
              <a:gd name="connsiteX44" fmla="*/ 11914945 w 12191696"/>
              <a:gd name="connsiteY44" fmla="*/ 54648 h 3278793"/>
              <a:gd name="connsiteX45" fmla="*/ 12191696 w 12191696"/>
              <a:gd name="connsiteY45" fmla="*/ 2452 h 3278793"/>
              <a:gd name="connsiteX46" fmla="*/ 12191696 w 12191696"/>
              <a:gd name="connsiteY46" fmla="*/ 2802467 h 3278793"/>
              <a:gd name="connsiteX47" fmla="*/ 12191695 w 12191696"/>
              <a:gd name="connsiteY47" fmla="*/ 2802467 h 3278793"/>
              <a:gd name="connsiteX48" fmla="*/ 12191695 w 12191696"/>
              <a:gd name="connsiteY48" fmla="*/ 3278793 h 3278793"/>
              <a:gd name="connsiteX49" fmla="*/ 0 w 12191696"/>
              <a:gd name="connsiteY49" fmla="*/ 3278793 h 3278793"/>
              <a:gd name="connsiteX50" fmla="*/ 0 w 12191696"/>
              <a:gd name="connsiteY50" fmla="*/ 2134639 h 3278793"/>
              <a:gd name="connsiteX51" fmla="*/ 1 w 12191696"/>
              <a:gd name="connsiteY51" fmla="*/ 2134639 h 32787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1696" h="3278793">
                <a:moveTo>
                  <a:pt x="1" y="0"/>
                </a:moveTo>
                <a:lnTo>
                  <a:pt x="71932" y="12261"/>
                </a:lnTo>
                <a:lnTo>
                  <a:pt x="282849" y="48343"/>
                </a:lnTo>
                <a:lnTo>
                  <a:pt x="436464" y="73565"/>
                </a:lnTo>
                <a:lnTo>
                  <a:pt x="619339" y="100188"/>
                </a:lnTo>
                <a:lnTo>
                  <a:pt x="836351" y="132066"/>
                </a:lnTo>
                <a:lnTo>
                  <a:pt x="1076528" y="165696"/>
                </a:lnTo>
                <a:lnTo>
                  <a:pt x="1347183" y="201077"/>
                </a:lnTo>
                <a:lnTo>
                  <a:pt x="1642223" y="238560"/>
                </a:lnTo>
                <a:lnTo>
                  <a:pt x="1962864" y="276043"/>
                </a:lnTo>
                <a:lnTo>
                  <a:pt x="2304232" y="314227"/>
                </a:lnTo>
                <a:lnTo>
                  <a:pt x="2672421" y="349608"/>
                </a:lnTo>
                <a:lnTo>
                  <a:pt x="3057678" y="383588"/>
                </a:lnTo>
                <a:lnTo>
                  <a:pt x="3464881" y="414415"/>
                </a:lnTo>
                <a:lnTo>
                  <a:pt x="3889152" y="443841"/>
                </a:lnTo>
                <a:lnTo>
                  <a:pt x="4331710" y="471515"/>
                </a:lnTo>
                <a:lnTo>
                  <a:pt x="4558476" y="481324"/>
                </a:lnTo>
                <a:lnTo>
                  <a:pt x="4790118" y="492183"/>
                </a:lnTo>
                <a:lnTo>
                  <a:pt x="5025418" y="502342"/>
                </a:lnTo>
                <a:lnTo>
                  <a:pt x="5261937" y="508998"/>
                </a:lnTo>
                <a:lnTo>
                  <a:pt x="5503333" y="514953"/>
                </a:lnTo>
                <a:lnTo>
                  <a:pt x="5747166" y="521259"/>
                </a:lnTo>
                <a:lnTo>
                  <a:pt x="5995877" y="525463"/>
                </a:lnTo>
                <a:lnTo>
                  <a:pt x="6247026" y="525463"/>
                </a:lnTo>
                <a:lnTo>
                  <a:pt x="6500613" y="527565"/>
                </a:lnTo>
                <a:lnTo>
                  <a:pt x="6756639" y="525463"/>
                </a:lnTo>
                <a:lnTo>
                  <a:pt x="7016322" y="521259"/>
                </a:lnTo>
                <a:lnTo>
                  <a:pt x="7276005" y="517406"/>
                </a:lnTo>
                <a:lnTo>
                  <a:pt x="7539345" y="508998"/>
                </a:lnTo>
                <a:lnTo>
                  <a:pt x="7805124" y="500241"/>
                </a:lnTo>
                <a:lnTo>
                  <a:pt x="8070903" y="490082"/>
                </a:lnTo>
                <a:lnTo>
                  <a:pt x="8339121" y="475719"/>
                </a:lnTo>
                <a:lnTo>
                  <a:pt x="8609776" y="458554"/>
                </a:lnTo>
                <a:lnTo>
                  <a:pt x="8881651" y="442089"/>
                </a:lnTo>
                <a:lnTo>
                  <a:pt x="9153526" y="421071"/>
                </a:lnTo>
                <a:lnTo>
                  <a:pt x="9429058" y="395849"/>
                </a:lnTo>
                <a:lnTo>
                  <a:pt x="9700933" y="370626"/>
                </a:lnTo>
                <a:lnTo>
                  <a:pt x="9977684" y="341551"/>
                </a:lnTo>
                <a:lnTo>
                  <a:pt x="10255655" y="309673"/>
                </a:lnTo>
                <a:lnTo>
                  <a:pt x="10529968" y="276043"/>
                </a:lnTo>
                <a:lnTo>
                  <a:pt x="10807939" y="236809"/>
                </a:lnTo>
                <a:lnTo>
                  <a:pt x="11084690" y="194772"/>
                </a:lnTo>
                <a:lnTo>
                  <a:pt x="11362661" y="153085"/>
                </a:lnTo>
                <a:lnTo>
                  <a:pt x="11639412" y="104392"/>
                </a:lnTo>
                <a:lnTo>
                  <a:pt x="11914945" y="54648"/>
                </a:lnTo>
                <a:lnTo>
                  <a:pt x="12191696" y="2452"/>
                </a:lnTo>
                <a:lnTo>
                  <a:pt x="12191696" y="2802467"/>
                </a:lnTo>
                <a:lnTo>
                  <a:pt x="12191695" y="2802467"/>
                </a:lnTo>
                <a:lnTo>
                  <a:pt x="12191695" y="3278793"/>
                </a:lnTo>
                <a:lnTo>
                  <a:pt x="0" y="3278793"/>
                </a:lnTo>
                <a:lnTo>
                  <a:pt x="0" y="2134639"/>
                </a:lnTo>
                <a:lnTo>
                  <a:pt x="1" y="2134639"/>
                </a:lnTo>
                <a:close/>
              </a:path>
            </a:pathLst>
          </a:custGeom>
          <a:ln>
            <a:noFill/>
          </a:ln>
        </p:spPr>
        <p:style>
          <a:lnRef idx="0">
            <a:scrgbClr r="0" g="0" b="0"/>
          </a:lnRef>
          <a:fillRef idx="1003">
            <a:schemeClr val="dk2"/>
          </a:fillRef>
          <a:effectRef idx="0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C910194-A267-EBCC-B93C-5A63ED3FCF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687" y="4371849"/>
            <a:ext cx="6862012" cy="1350523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457200">
              <a:lnSpc>
                <a:spcPct val="90000"/>
              </a:lnSpc>
            </a:pPr>
            <a:r>
              <a:rPr lang="en-US" sz="4400" b="0" i="0" kern="1200">
                <a:solidFill>
                  <a:srgbClr val="EBEBEB"/>
                </a:solidFill>
                <a:latin typeface="+mj-lt"/>
                <a:ea typeface="+mj-ea"/>
                <a:cs typeface="+mj-cs"/>
              </a:rPr>
              <a:t>Linux Fundamental Training</a:t>
            </a:r>
          </a:p>
        </p:txBody>
      </p:sp>
      <p:sp>
        <p:nvSpPr>
          <p:cNvPr id="39" name="Freeform 16">
            <a:extLst>
              <a:ext uri="{FF2B5EF4-FFF2-40B4-BE49-F238E27FC236}">
                <a16:creationId xmlns:a16="http://schemas.microsoft.com/office/drawing/2014/main" id="{7DE548AA-7E1A-497C-8B79-C74F42ACFB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39955" y="3280011"/>
            <a:ext cx="2604045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tx2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3117441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7AEA421-5F29-4BA7-9360-2501B59879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7">
            <a:extLst>
              <a:ext uri="{FF2B5EF4-FFF2-40B4-BE49-F238E27FC236}">
                <a16:creationId xmlns:a16="http://schemas.microsoft.com/office/drawing/2014/main" id="{9348F0CB-4904-4DEF-BDD4-ADEC2DCCCB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39954" y="1460230"/>
            <a:ext cx="2604045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6697" y="629267"/>
            <a:ext cx="6939116" cy="1016654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EBEBEB"/>
                </a:solidFill>
              </a:rPr>
              <a:t>Introduction to Linux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583E1B8-79B3-49BB-8704-58E4AB1AF2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7BB34D5F-2B87-438E-8236-69C6068D47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762067"/>
            <a:ext cx="9144312" cy="5095933"/>
          </a:xfrm>
          <a:custGeom>
            <a:avLst/>
            <a:gdLst>
              <a:gd name="connsiteX0" fmla="*/ 1 w 12192418"/>
              <a:gd name="connsiteY0" fmla="*/ 0 h 5095933"/>
              <a:gd name="connsiteX1" fmla="*/ 71932 w 12192418"/>
              <a:gd name="connsiteY1" fmla="*/ 12261 h 5095933"/>
              <a:gd name="connsiteX2" fmla="*/ 282849 w 12192418"/>
              <a:gd name="connsiteY2" fmla="*/ 48343 h 5095933"/>
              <a:gd name="connsiteX3" fmla="*/ 436464 w 12192418"/>
              <a:gd name="connsiteY3" fmla="*/ 73565 h 5095933"/>
              <a:gd name="connsiteX4" fmla="*/ 619339 w 12192418"/>
              <a:gd name="connsiteY4" fmla="*/ 100188 h 5095933"/>
              <a:gd name="connsiteX5" fmla="*/ 836351 w 12192418"/>
              <a:gd name="connsiteY5" fmla="*/ 132066 h 5095933"/>
              <a:gd name="connsiteX6" fmla="*/ 1076528 w 12192418"/>
              <a:gd name="connsiteY6" fmla="*/ 165696 h 5095933"/>
              <a:gd name="connsiteX7" fmla="*/ 1347184 w 12192418"/>
              <a:gd name="connsiteY7" fmla="*/ 201077 h 5095933"/>
              <a:gd name="connsiteX8" fmla="*/ 1642223 w 12192418"/>
              <a:gd name="connsiteY8" fmla="*/ 238560 h 5095933"/>
              <a:gd name="connsiteX9" fmla="*/ 1962864 w 12192418"/>
              <a:gd name="connsiteY9" fmla="*/ 276043 h 5095933"/>
              <a:gd name="connsiteX10" fmla="*/ 2304232 w 12192418"/>
              <a:gd name="connsiteY10" fmla="*/ 314227 h 5095933"/>
              <a:gd name="connsiteX11" fmla="*/ 2672421 w 12192418"/>
              <a:gd name="connsiteY11" fmla="*/ 349608 h 5095933"/>
              <a:gd name="connsiteX12" fmla="*/ 3057678 w 12192418"/>
              <a:gd name="connsiteY12" fmla="*/ 383588 h 5095933"/>
              <a:gd name="connsiteX13" fmla="*/ 3464881 w 12192418"/>
              <a:gd name="connsiteY13" fmla="*/ 414415 h 5095933"/>
              <a:gd name="connsiteX14" fmla="*/ 3889152 w 12192418"/>
              <a:gd name="connsiteY14" fmla="*/ 443841 h 5095933"/>
              <a:gd name="connsiteX15" fmla="*/ 4331710 w 12192418"/>
              <a:gd name="connsiteY15" fmla="*/ 471515 h 5095933"/>
              <a:gd name="connsiteX16" fmla="*/ 4558476 w 12192418"/>
              <a:gd name="connsiteY16" fmla="*/ 481324 h 5095933"/>
              <a:gd name="connsiteX17" fmla="*/ 4790118 w 12192418"/>
              <a:gd name="connsiteY17" fmla="*/ 492183 h 5095933"/>
              <a:gd name="connsiteX18" fmla="*/ 5025418 w 12192418"/>
              <a:gd name="connsiteY18" fmla="*/ 502342 h 5095933"/>
              <a:gd name="connsiteX19" fmla="*/ 5261937 w 12192418"/>
              <a:gd name="connsiteY19" fmla="*/ 508998 h 5095933"/>
              <a:gd name="connsiteX20" fmla="*/ 5503332 w 12192418"/>
              <a:gd name="connsiteY20" fmla="*/ 514953 h 5095933"/>
              <a:gd name="connsiteX21" fmla="*/ 5747167 w 12192418"/>
              <a:gd name="connsiteY21" fmla="*/ 521259 h 5095933"/>
              <a:gd name="connsiteX22" fmla="*/ 5995877 w 12192418"/>
              <a:gd name="connsiteY22" fmla="*/ 525463 h 5095933"/>
              <a:gd name="connsiteX23" fmla="*/ 6247026 w 12192418"/>
              <a:gd name="connsiteY23" fmla="*/ 525463 h 5095933"/>
              <a:gd name="connsiteX24" fmla="*/ 6500613 w 12192418"/>
              <a:gd name="connsiteY24" fmla="*/ 527565 h 5095933"/>
              <a:gd name="connsiteX25" fmla="*/ 6756639 w 12192418"/>
              <a:gd name="connsiteY25" fmla="*/ 525463 h 5095933"/>
              <a:gd name="connsiteX26" fmla="*/ 7016322 w 12192418"/>
              <a:gd name="connsiteY26" fmla="*/ 521259 h 5095933"/>
              <a:gd name="connsiteX27" fmla="*/ 7276005 w 12192418"/>
              <a:gd name="connsiteY27" fmla="*/ 517406 h 5095933"/>
              <a:gd name="connsiteX28" fmla="*/ 7539345 w 12192418"/>
              <a:gd name="connsiteY28" fmla="*/ 508998 h 5095933"/>
              <a:gd name="connsiteX29" fmla="*/ 7805124 w 12192418"/>
              <a:gd name="connsiteY29" fmla="*/ 500241 h 5095933"/>
              <a:gd name="connsiteX30" fmla="*/ 8070903 w 12192418"/>
              <a:gd name="connsiteY30" fmla="*/ 490082 h 5095933"/>
              <a:gd name="connsiteX31" fmla="*/ 8339121 w 12192418"/>
              <a:gd name="connsiteY31" fmla="*/ 475719 h 5095933"/>
              <a:gd name="connsiteX32" fmla="*/ 8609776 w 12192418"/>
              <a:gd name="connsiteY32" fmla="*/ 458554 h 5095933"/>
              <a:gd name="connsiteX33" fmla="*/ 8881651 w 12192418"/>
              <a:gd name="connsiteY33" fmla="*/ 442089 h 5095933"/>
              <a:gd name="connsiteX34" fmla="*/ 9153526 w 12192418"/>
              <a:gd name="connsiteY34" fmla="*/ 421071 h 5095933"/>
              <a:gd name="connsiteX35" fmla="*/ 9429058 w 12192418"/>
              <a:gd name="connsiteY35" fmla="*/ 395849 h 5095933"/>
              <a:gd name="connsiteX36" fmla="*/ 9700933 w 12192418"/>
              <a:gd name="connsiteY36" fmla="*/ 370626 h 5095933"/>
              <a:gd name="connsiteX37" fmla="*/ 9977684 w 12192418"/>
              <a:gd name="connsiteY37" fmla="*/ 341551 h 5095933"/>
              <a:gd name="connsiteX38" fmla="*/ 10255655 w 12192418"/>
              <a:gd name="connsiteY38" fmla="*/ 309673 h 5095933"/>
              <a:gd name="connsiteX39" fmla="*/ 10529968 w 12192418"/>
              <a:gd name="connsiteY39" fmla="*/ 276043 h 5095933"/>
              <a:gd name="connsiteX40" fmla="*/ 10807939 w 12192418"/>
              <a:gd name="connsiteY40" fmla="*/ 236809 h 5095933"/>
              <a:gd name="connsiteX41" fmla="*/ 11084690 w 12192418"/>
              <a:gd name="connsiteY41" fmla="*/ 194772 h 5095933"/>
              <a:gd name="connsiteX42" fmla="*/ 11362661 w 12192418"/>
              <a:gd name="connsiteY42" fmla="*/ 153085 h 5095933"/>
              <a:gd name="connsiteX43" fmla="*/ 11639412 w 12192418"/>
              <a:gd name="connsiteY43" fmla="*/ 104392 h 5095933"/>
              <a:gd name="connsiteX44" fmla="*/ 11914945 w 12192418"/>
              <a:gd name="connsiteY44" fmla="*/ 54648 h 5095933"/>
              <a:gd name="connsiteX45" fmla="*/ 12191696 w 12192418"/>
              <a:gd name="connsiteY45" fmla="*/ 2452 h 5095933"/>
              <a:gd name="connsiteX46" fmla="*/ 12191696 w 12192418"/>
              <a:gd name="connsiteY46" fmla="*/ 2109542 h 5095933"/>
              <a:gd name="connsiteX47" fmla="*/ 12191999 w 12192418"/>
              <a:gd name="connsiteY47" fmla="*/ 2109542 h 5095933"/>
              <a:gd name="connsiteX48" fmla="*/ 12191999 w 12192418"/>
              <a:gd name="connsiteY48" fmla="*/ 2802467 h 5095933"/>
              <a:gd name="connsiteX49" fmla="*/ 12192418 w 12192418"/>
              <a:gd name="connsiteY49" fmla="*/ 2802467 h 5095933"/>
              <a:gd name="connsiteX50" fmla="*/ 12192418 w 12192418"/>
              <a:gd name="connsiteY50" fmla="*/ 5095933 h 5095933"/>
              <a:gd name="connsiteX51" fmla="*/ 1 w 12192418"/>
              <a:gd name="connsiteY51" fmla="*/ 5095933 h 5095933"/>
              <a:gd name="connsiteX52" fmla="*/ 1 w 12192418"/>
              <a:gd name="connsiteY52" fmla="*/ 4074529 h 5095933"/>
              <a:gd name="connsiteX53" fmla="*/ 0 w 12192418"/>
              <a:gd name="connsiteY53" fmla="*/ 4074529 h 5095933"/>
              <a:gd name="connsiteX54" fmla="*/ 0 w 12192418"/>
              <a:gd name="connsiteY54" fmla="*/ 2109542 h 5095933"/>
              <a:gd name="connsiteX55" fmla="*/ 1 w 12192418"/>
              <a:gd name="connsiteY55" fmla="*/ 2109542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12192418" h="5095933">
                <a:moveTo>
                  <a:pt x="1" y="0"/>
                </a:moveTo>
                <a:lnTo>
                  <a:pt x="71932" y="12261"/>
                </a:lnTo>
                <a:lnTo>
                  <a:pt x="282849" y="48343"/>
                </a:lnTo>
                <a:lnTo>
                  <a:pt x="436464" y="73565"/>
                </a:lnTo>
                <a:lnTo>
                  <a:pt x="619339" y="100188"/>
                </a:lnTo>
                <a:lnTo>
                  <a:pt x="836351" y="132066"/>
                </a:lnTo>
                <a:lnTo>
                  <a:pt x="1076528" y="165696"/>
                </a:lnTo>
                <a:lnTo>
                  <a:pt x="1347184" y="201077"/>
                </a:lnTo>
                <a:lnTo>
                  <a:pt x="1642223" y="238560"/>
                </a:lnTo>
                <a:lnTo>
                  <a:pt x="1962864" y="276043"/>
                </a:lnTo>
                <a:lnTo>
                  <a:pt x="2304232" y="314227"/>
                </a:lnTo>
                <a:lnTo>
                  <a:pt x="2672421" y="349608"/>
                </a:lnTo>
                <a:lnTo>
                  <a:pt x="3057678" y="383588"/>
                </a:lnTo>
                <a:lnTo>
                  <a:pt x="3464881" y="414415"/>
                </a:lnTo>
                <a:lnTo>
                  <a:pt x="3889152" y="443841"/>
                </a:lnTo>
                <a:lnTo>
                  <a:pt x="4331710" y="471515"/>
                </a:lnTo>
                <a:lnTo>
                  <a:pt x="4558476" y="481324"/>
                </a:lnTo>
                <a:lnTo>
                  <a:pt x="4790118" y="492183"/>
                </a:lnTo>
                <a:lnTo>
                  <a:pt x="5025418" y="502342"/>
                </a:lnTo>
                <a:lnTo>
                  <a:pt x="5261937" y="508998"/>
                </a:lnTo>
                <a:lnTo>
                  <a:pt x="5503332" y="514953"/>
                </a:lnTo>
                <a:lnTo>
                  <a:pt x="5747167" y="521259"/>
                </a:lnTo>
                <a:lnTo>
                  <a:pt x="5995877" y="525463"/>
                </a:lnTo>
                <a:lnTo>
                  <a:pt x="6247026" y="525463"/>
                </a:lnTo>
                <a:lnTo>
                  <a:pt x="6500613" y="527565"/>
                </a:lnTo>
                <a:lnTo>
                  <a:pt x="6756639" y="525463"/>
                </a:lnTo>
                <a:lnTo>
                  <a:pt x="7016322" y="521259"/>
                </a:lnTo>
                <a:lnTo>
                  <a:pt x="7276005" y="517406"/>
                </a:lnTo>
                <a:lnTo>
                  <a:pt x="7539345" y="508998"/>
                </a:lnTo>
                <a:lnTo>
                  <a:pt x="7805124" y="500241"/>
                </a:lnTo>
                <a:lnTo>
                  <a:pt x="8070903" y="490082"/>
                </a:lnTo>
                <a:lnTo>
                  <a:pt x="8339121" y="475719"/>
                </a:lnTo>
                <a:lnTo>
                  <a:pt x="8609776" y="458554"/>
                </a:lnTo>
                <a:lnTo>
                  <a:pt x="8881651" y="442089"/>
                </a:lnTo>
                <a:lnTo>
                  <a:pt x="9153526" y="421071"/>
                </a:lnTo>
                <a:lnTo>
                  <a:pt x="9429058" y="395849"/>
                </a:lnTo>
                <a:lnTo>
                  <a:pt x="9700933" y="370626"/>
                </a:lnTo>
                <a:lnTo>
                  <a:pt x="9977684" y="341551"/>
                </a:lnTo>
                <a:lnTo>
                  <a:pt x="10255655" y="309673"/>
                </a:lnTo>
                <a:lnTo>
                  <a:pt x="10529968" y="276043"/>
                </a:lnTo>
                <a:lnTo>
                  <a:pt x="10807939" y="236809"/>
                </a:lnTo>
                <a:lnTo>
                  <a:pt x="11084690" y="194772"/>
                </a:lnTo>
                <a:lnTo>
                  <a:pt x="11362661" y="153085"/>
                </a:lnTo>
                <a:lnTo>
                  <a:pt x="11639412" y="104392"/>
                </a:lnTo>
                <a:lnTo>
                  <a:pt x="11914945" y="54648"/>
                </a:lnTo>
                <a:lnTo>
                  <a:pt x="12191696" y="2452"/>
                </a:lnTo>
                <a:lnTo>
                  <a:pt x="12191696" y="2109542"/>
                </a:lnTo>
                <a:lnTo>
                  <a:pt x="12191999" y="2109542"/>
                </a:lnTo>
                <a:lnTo>
                  <a:pt x="12191999" y="2802467"/>
                </a:lnTo>
                <a:lnTo>
                  <a:pt x="12192418" y="2802467"/>
                </a:lnTo>
                <a:lnTo>
                  <a:pt x="12192418" y="5095933"/>
                </a:lnTo>
                <a:lnTo>
                  <a:pt x="1" y="5095933"/>
                </a:lnTo>
                <a:lnTo>
                  <a:pt x="1" y="4074529"/>
                </a:lnTo>
                <a:lnTo>
                  <a:pt x="0" y="4074529"/>
                </a:lnTo>
                <a:lnTo>
                  <a:pt x="0" y="2109542"/>
                </a:lnTo>
                <a:lnTo>
                  <a:pt x="1" y="210954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1A69BCF-2B52-7403-7DEF-F4AA7C1ED36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7989632"/>
              </p:ext>
            </p:extLst>
          </p:nvPr>
        </p:nvGraphicFramePr>
        <p:xfrm>
          <a:off x="373336" y="2402308"/>
          <a:ext cx="8770663" cy="432122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diagram of a system&#10;&#10;AI-generated content may be incorrect.">
            <a:extLst>
              <a:ext uri="{FF2B5EF4-FFF2-40B4-BE49-F238E27FC236}">
                <a16:creationId xmlns:a16="http://schemas.microsoft.com/office/drawing/2014/main" id="{046C1755-1F77-EE2B-640B-8CB375DB3F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572000" cy="6858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954BFDB-9034-D66D-29B4-AA1460BCC337}"/>
              </a:ext>
            </a:extLst>
          </p:cNvPr>
          <p:cNvSpPr txBox="1"/>
          <p:nvPr/>
        </p:nvSpPr>
        <p:spPr>
          <a:xfrm>
            <a:off x="4687614" y="2070538"/>
            <a:ext cx="4456386" cy="230832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u="sng"/>
              <a:t>How It Works Together:</a:t>
            </a:r>
          </a:p>
          <a:p>
            <a:endParaRPr lang="en-US" b="1" u="sng"/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The </a:t>
            </a:r>
            <a:r>
              <a:rPr lang="en-US" b="1"/>
              <a:t>user</a:t>
            </a:r>
            <a:r>
              <a:rPr lang="en-US"/>
              <a:t> interacts with the </a:t>
            </a:r>
            <a:r>
              <a:rPr lang="en-US" b="1"/>
              <a:t>Shell</a:t>
            </a:r>
            <a:r>
              <a:rPr lang="en-US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The </a:t>
            </a:r>
            <a:r>
              <a:rPr lang="en-US" b="1"/>
              <a:t>Shell</a:t>
            </a:r>
            <a:r>
              <a:rPr lang="en-US"/>
              <a:t> communicates with the </a:t>
            </a:r>
            <a:r>
              <a:rPr lang="en-US" b="1"/>
              <a:t>Kernel</a:t>
            </a:r>
            <a:r>
              <a:rPr lang="en-US"/>
              <a:t> using </a:t>
            </a:r>
            <a:r>
              <a:rPr lang="en-US" b="1"/>
              <a:t>System Calls</a:t>
            </a:r>
            <a:r>
              <a:rPr lang="en-US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The </a:t>
            </a:r>
            <a:r>
              <a:rPr lang="en-US" b="1"/>
              <a:t>Kernel</a:t>
            </a:r>
            <a:r>
              <a:rPr lang="en-US"/>
              <a:t> manages hardware and resources to execute tasks.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75068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193" y="-6956"/>
            <a:ext cx="8229600" cy="1143000"/>
          </a:xfrm>
        </p:spPr>
        <p:txBody>
          <a:bodyPr/>
          <a:lstStyle/>
          <a:p>
            <a:r>
              <a:rPr lang="en-US"/>
              <a:t>Linux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2911" y="705506"/>
            <a:ext cx="8818178" cy="5821417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lang="en-US" sz="1200"/>
          </a:p>
          <a:p>
            <a:pPr marL="0" indent="0">
              <a:buNone/>
            </a:pPr>
            <a:r>
              <a:rPr lang="en-US" sz="1200"/>
              <a:t>Linux is a </a:t>
            </a:r>
            <a:r>
              <a:rPr lang="en-US" sz="1200" b="1"/>
              <a:t>multi-layered operating system</a:t>
            </a:r>
            <a:r>
              <a:rPr lang="en-US" sz="1200"/>
              <a:t> that manages hardware and software interactions. The architecture consists of the following key layers:</a:t>
            </a:r>
          </a:p>
          <a:p>
            <a:pPr marL="0" indent="0">
              <a:buNone/>
            </a:pPr>
            <a:endParaRPr lang="en-US" sz="1200"/>
          </a:p>
          <a:p>
            <a:pPr>
              <a:buFont typeface="+mj-lt"/>
              <a:buAutoNum type="arabicPeriod"/>
            </a:pPr>
            <a:r>
              <a:rPr lang="en-US" sz="1200" b="1"/>
              <a:t>Hardware</a:t>
            </a:r>
            <a:r>
              <a:rPr lang="en-US" sz="1200"/>
              <a:t>: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1200"/>
              <a:t>The physical components of the computer (CPU, RAM, Hard Disk, etc.).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1200"/>
              <a:t>It provides the raw resources needed for running applications.</a:t>
            </a:r>
          </a:p>
          <a:p>
            <a:pPr>
              <a:buFont typeface="+mj-lt"/>
              <a:buAutoNum type="arabicPeriod"/>
            </a:pPr>
            <a:r>
              <a:rPr lang="en-US" sz="1200" b="1"/>
              <a:t>Shell</a:t>
            </a:r>
            <a:r>
              <a:rPr lang="en-US" sz="1200"/>
              <a:t>: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1200"/>
              <a:t>Acts as an interface between the user and the </a:t>
            </a:r>
            <a:r>
              <a:rPr lang="en-US" sz="1200" b="1"/>
              <a:t>Kernel</a:t>
            </a:r>
            <a:r>
              <a:rPr lang="en-US" sz="1200"/>
              <a:t>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1200"/>
              <a:t>Accepts user commands (e.g., Bash, Tcsh) and sends them to the kernel for execution.</a:t>
            </a:r>
          </a:p>
          <a:p>
            <a:pPr>
              <a:buFont typeface="+mj-lt"/>
              <a:buAutoNum type="arabicPeriod"/>
            </a:pPr>
            <a:r>
              <a:rPr lang="en-US" sz="1200" b="1"/>
              <a:t>Kernel</a:t>
            </a:r>
            <a:r>
              <a:rPr lang="en-US" sz="1200"/>
              <a:t>: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1200"/>
              <a:t>The </a:t>
            </a:r>
            <a:r>
              <a:rPr lang="en-US" sz="1200" b="1"/>
              <a:t>core of the Linux OS</a:t>
            </a:r>
            <a:r>
              <a:rPr lang="en-US" sz="1200"/>
              <a:t> that directly interacts with the hardware.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1200"/>
              <a:t>Performs key tasks: </a:t>
            </a:r>
          </a:p>
          <a:p>
            <a:pPr marL="1143000" lvl="2" indent="-228600">
              <a:buFont typeface="+mj-lt"/>
              <a:buAutoNum type="arabicPeriod"/>
            </a:pPr>
            <a:r>
              <a:rPr lang="en-US" sz="1200" b="1"/>
              <a:t>Process Management</a:t>
            </a:r>
            <a:r>
              <a:rPr lang="en-US" sz="1200"/>
              <a:t>: Controls running applications.</a:t>
            </a:r>
          </a:p>
          <a:p>
            <a:pPr marL="1143000" lvl="2" indent="-228600">
              <a:buFont typeface="+mj-lt"/>
              <a:buAutoNum type="arabicPeriod"/>
            </a:pPr>
            <a:r>
              <a:rPr lang="en-US" sz="1200" b="1"/>
              <a:t>Memory Management</a:t>
            </a:r>
            <a:r>
              <a:rPr lang="en-US" sz="1200"/>
              <a:t>: Allocates memory efficiently.</a:t>
            </a:r>
          </a:p>
          <a:p>
            <a:pPr marL="1143000" lvl="2" indent="-228600">
              <a:buFont typeface="+mj-lt"/>
              <a:buAutoNum type="arabicPeriod"/>
            </a:pPr>
            <a:r>
              <a:rPr lang="en-US" sz="1200" b="1"/>
              <a:t>Device Drivers</a:t>
            </a:r>
            <a:r>
              <a:rPr lang="en-US" sz="1200"/>
              <a:t>: Manages input/output devices like keyboards, printers, and USB drives.</a:t>
            </a:r>
          </a:p>
          <a:p>
            <a:pPr>
              <a:buFont typeface="+mj-lt"/>
              <a:buAutoNum type="arabicPeriod"/>
            </a:pPr>
            <a:r>
              <a:rPr lang="en-US" sz="1200" b="1"/>
              <a:t>System Calls</a:t>
            </a:r>
            <a:r>
              <a:rPr lang="en-US" sz="1200"/>
              <a:t>: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1200"/>
              <a:t>Provides an interface for applications to request services from the kernel.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1200"/>
              <a:t>Examples: File operations, process creation, and network communication.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6696" y="1063417"/>
            <a:ext cx="2629122" cy="4675396"/>
          </a:xfrm>
        </p:spPr>
        <p:txBody>
          <a:bodyPr anchor="ctr">
            <a:normAutofit/>
          </a:bodyPr>
          <a:lstStyle/>
          <a:p>
            <a:r>
              <a:rPr lang="en-US">
                <a:solidFill>
                  <a:srgbClr val="F2F2F2"/>
                </a:solidFill>
              </a:rPr>
              <a:t>Linux Boot Process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6C27FD1-1C45-EE40-F13F-DBBCA4B16BC4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206478" y="965200"/>
          <a:ext cx="4211240" cy="47736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C9ECDD5C-152A-4CC7-8333-0F367B3A62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3027759" cy="418831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F5C92A3-369B-43F3-BDCE-E560B1B0EC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141809" cy="2365453"/>
          </a:xfrm>
          <a:prstGeom prst="rect">
            <a:avLst/>
          </a:prstGeom>
        </p:spPr>
      </p:pic>
      <p:sp>
        <p:nvSpPr>
          <p:cNvPr id="14" name="Oval 13">
            <a:extLst>
              <a:ext uri="{FF2B5EF4-FFF2-40B4-BE49-F238E27FC236}">
                <a16:creationId xmlns:a16="http://schemas.microsoft.com/office/drawing/2014/main" id="{AEBE9F1A-B38D-446E-83AE-14B17CE77F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56759" y="1676400"/>
            <a:ext cx="211455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915B5014-A7EC-4BA6-9C83-8840CF81DB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5999559" y="0"/>
            <a:ext cx="1202540" cy="114140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022C43AB-86D7-420D-8AD7-DC0A15FDD0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6454408" y="6096000"/>
            <a:ext cx="745301" cy="762000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5E3EB826-A471-488F-9E8A-D65528A3C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FB3CEA1-88D9-42FB-88ED-1E9807FE65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57759" y="480060"/>
            <a:ext cx="8428482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diagram of a system&#10;&#10;AI-generated content may be incorrect.">
            <a:extLst>
              <a:ext uri="{FF2B5EF4-FFF2-40B4-BE49-F238E27FC236}">
                <a16:creationId xmlns:a16="http://schemas.microsoft.com/office/drawing/2014/main" id="{2C4447CC-2EB3-B489-B49C-9B29FB4D8DE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2600" y="1568323"/>
            <a:ext cx="8178799" cy="3721353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9A6C928E-4252-4F33-8C34-E50A12A317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09498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7AEA421-5F29-4BA7-9360-2501B59879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7">
            <a:extLst>
              <a:ext uri="{FF2B5EF4-FFF2-40B4-BE49-F238E27FC236}">
                <a16:creationId xmlns:a16="http://schemas.microsoft.com/office/drawing/2014/main" id="{9348F0CB-4904-4DEF-BDD4-ADEC2DCCCB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39954" y="1460230"/>
            <a:ext cx="2604045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6697" y="629267"/>
            <a:ext cx="6939116" cy="1016654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EBEBEB"/>
                </a:solidFill>
              </a:rPr>
              <a:t>Basic Linux Commands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583E1B8-79B3-49BB-8704-58E4AB1AF2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7BB34D5F-2B87-438E-8236-69C6068D47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762067"/>
            <a:ext cx="9144312" cy="5095933"/>
          </a:xfrm>
          <a:custGeom>
            <a:avLst/>
            <a:gdLst>
              <a:gd name="connsiteX0" fmla="*/ 1 w 12192418"/>
              <a:gd name="connsiteY0" fmla="*/ 0 h 5095933"/>
              <a:gd name="connsiteX1" fmla="*/ 71932 w 12192418"/>
              <a:gd name="connsiteY1" fmla="*/ 12261 h 5095933"/>
              <a:gd name="connsiteX2" fmla="*/ 282849 w 12192418"/>
              <a:gd name="connsiteY2" fmla="*/ 48343 h 5095933"/>
              <a:gd name="connsiteX3" fmla="*/ 436464 w 12192418"/>
              <a:gd name="connsiteY3" fmla="*/ 73565 h 5095933"/>
              <a:gd name="connsiteX4" fmla="*/ 619339 w 12192418"/>
              <a:gd name="connsiteY4" fmla="*/ 100188 h 5095933"/>
              <a:gd name="connsiteX5" fmla="*/ 836351 w 12192418"/>
              <a:gd name="connsiteY5" fmla="*/ 132066 h 5095933"/>
              <a:gd name="connsiteX6" fmla="*/ 1076528 w 12192418"/>
              <a:gd name="connsiteY6" fmla="*/ 165696 h 5095933"/>
              <a:gd name="connsiteX7" fmla="*/ 1347184 w 12192418"/>
              <a:gd name="connsiteY7" fmla="*/ 201077 h 5095933"/>
              <a:gd name="connsiteX8" fmla="*/ 1642223 w 12192418"/>
              <a:gd name="connsiteY8" fmla="*/ 238560 h 5095933"/>
              <a:gd name="connsiteX9" fmla="*/ 1962864 w 12192418"/>
              <a:gd name="connsiteY9" fmla="*/ 276043 h 5095933"/>
              <a:gd name="connsiteX10" fmla="*/ 2304232 w 12192418"/>
              <a:gd name="connsiteY10" fmla="*/ 314227 h 5095933"/>
              <a:gd name="connsiteX11" fmla="*/ 2672421 w 12192418"/>
              <a:gd name="connsiteY11" fmla="*/ 349608 h 5095933"/>
              <a:gd name="connsiteX12" fmla="*/ 3057678 w 12192418"/>
              <a:gd name="connsiteY12" fmla="*/ 383588 h 5095933"/>
              <a:gd name="connsiteX13" fmla="*/ 3464881 w 12192418"/>
              <a:gd name="connsiteY13" fmla="*/ 414415 h 5095933"/>
              <a:gd name="connsiteX14" fmla="*/ 3889152 w 12192418"/>
              <a:gd name="connsiteY14" fmla="*/ 443841 h 5095933"/>
              <a:gd name="connsiteX15" fmla="*/ 4331710 w 12192418"/>
              <a:gd name="connsiteY15" fmla="*/ 471515 h 5095933"/>
              <a:gd name="connsiteX16" fmla="*/ 4558476 w 12192418"/>
              <a:gd name="connsiteY16" fmla="*/ 481324 h 5095933"/>
              <a:gd name="connsiteX17" fmla="*/ 4790118 w 12192418"/>
              <a:gd name="connsiteY17" fmla="*/ 492183 h 5095933"/>
              <a:gd name="connsiteX18" fmla="*/ 5025418 w 12192418"/>
              <a:gd name="connsiteY18" fmla="*/ 502342 h 5095933"/>
              <a:gd name="connsiteX19" fmla="*/ 5261937 w 12192418"/>
              <a:gd name="connsiteY19" fmla="*/ 508998 h 5095933"/>
              <a:gd name="connsiteX20" fmla="*/ 5503332 w 12192418"/>
              <a:gd name="connsiteY20" fmla="*/ 514953 h 5095933"/>
              <a:gd name="connsiteX21" fmla="*/ 5747167 w 12192418"/>
              <a:gd name="connsiteY21" fmla="*/ 521259 h 5095933"/>
              <a:gd name="connsiteX22" fmla="*/ 5995877 w 12192418"/>
              <a:gd name="connsiteY22" fmla="*/ 525463 h 5095933"/>
              <a:gd name="connsiteX23" fmla="*/ 6247026 w 12192418"/>
              <a:gd name="connsiteY23" fmla="*/ 525463 h 5095933"/>
              <a:gd name="connsiteX24" fmla="*/ 6500613 w 12192418"/>
              <a:gd name="connsiteY24" fmla="*/ 527565 h 5095933"/>
              <a:gd name="connsiteX25" fmla="*/ 6756639 w 12192418"/>
              <a:gd name="connsiteY25" fmla="*/ 525463 h 5095933"/>
              <a:gd name="connsiteX26" fmla="*/ 7016322 w 12192418"/>
              <a:gd name="connsiteY26" fmla="*/ 521259 h 5095933"/>
              <a:gd name="connsiteX27" fmla="*/ 7276005 w 12192418"/>
              <a:gd name="connsiteY27" fmla="*/ 517406 h 5095933"/>
              <a:gd name="connsiteX28" fmla="*/ 7539345 w 12192418"/>
              <a:gd name="connsiteY28" fmla="*/ 508998 h 5095933"/>
              <a:gd name="connsiteX29" fmla="*/ 7805124 w 12192418"/>
              <a:gd name="connsiteY29" fmla="*/ 500241 h 5095933"/>
              <a:gd name="connsiteX30" fmla="*/ 8070903 w 12192418"/>
              <a:gd name="connsiteY30" fmla="*/ 490082 h 5095933"/>
              <a:gd name="connsiteX31" fmla="*/ 8339121 w 12192418"/>
              <a:gd name="connsiteY31" fmla="*/ 475719 h 5095933"/>
              <a:gd name="connsiteX32" fmla="*/ 8609776 w 12192418"/>
              <a:gd name="connsiteY32" fmla="*/ 458554 h 5095933"/>
              <a:gd name="connsiteX33" fmla="*/ 8881651 w 12192418"/>
              <a:gd name="connsiteY33" fmla="*/ 442089 h 5095933"/>
              <a:gd name="connsiteX34" fmla="*/ 9153526 w 12192418"/>
              <a:gd name="connsiteY34" fmla="*/ 421071 h 5095933"/>
              <a:gd name="connsiteX35" fmla="*/ 9429058 w 12192418"/>
              <a:gd name="connsiteY35" fmla="*/ 395849 h 5095933"/>
              <a:gd name="connsiteX36" fmla="*/ 9700933 w 12192418"/>
              <a:gd name="connsiteY36" fmla="*/ 370626 h 5095933"/>
              <a:gd name="connsiteX37" fmla="*/ 9977684 w 12192418"/>
              <a:gd name="connsiteY37" fmla="*/ 341551 h 5095933"/>
              <a:gd name="connsiteX38" fmla="*/ 10255655 w 12192418"/>
              <a:gd name="connsiteY38" fmla="*/ 309673 h 5095933"/>
              <a:gd name="connsiteX39" fmla="*/ 10529968 w 12192418"/>
              <a:gd name="connsiteY39" fmla="*/ 276043 h 5095933"/>
              <a:gd name="connsiteX40" fmla="*/ 10807939 w 12192418"/>
              <a:gd name="connsiteY40" fmla="*/ 236809 h 5095933"/>
              <a:gd name="connsiteX41" fmla="*/ 11084690 w 12192418"/>
              <a:gd name="connsiteY41" fmla="*/ 194772 h 5095933"/>
              <a:gd name="connsiteX42" fmla="*/ 11362661 w 12192418"/>
              <a:gd name="connsiteY42" fmla="*/ 153085 h 5095933"/>
              <a:gd name="connsiteX43" fmla="*/ 11639412 w 12192418"/>
              <a:gd name="connsiteY43" fmla="*/ 104392 h 5095933"/>
              <a:gd name="connsiteX44" fmla="*/ 11914945 w 12192418"/>
              <a:gd name="connsiteY44" fmla="*/ 54648 h 5095933"/>
              <a:gd name="connsiteX45" fmla="*/ 12191696 w 12192418"/>
              <a:gd name="connsiteY45" fmla="*/ 2452 h 5095933"/>
              <a:gd name="connsiteX46" fmla="*/ 12191696 w 12192418"/>
              <a:gd name="connsiteY46" fmla="*/ 2109542 h 5095933"/>
              <a:gd name="connsiteX47" fmla="*/ 12191999 w 12192418"/>
              <a:gd name="connsiteY47" fmla="*/ 2109542 h 5095933"/>
              <a:gd name="connsiteX48" fmla="*/ 12191999 w 12192418"/>
              <a:gd name="connsiteY48" fmla="*/ 2802467 h 5095933"/>
              <a:gd name="connsiteX49" fmla="*/ 12192418 w 12192418"/>
              <a:gd name="connsiteY49" fmla="*/ 2802467 h 5095933"/>
              <a:gd name="connsiteX50" fmla="*/ 12192418 w 12192418"/>
              <a:gd name="connsiteY50" fmla="*/ 5095933 h 5095933"/>
              <a:gd name="connsiteX51" fmla="*/ 1 w 12192418"/>
              <a:gd name="connsiteY51" fmla="*/ 5095933 h 5095933"/>
              <a:gd name="connsiteX52" fmla="*/ 1 w 12192418"/>
              <a:gd name="connsiteY52" fmla="*/ 4074529 h 5095933"/>
              <a:gd name="connsiteX53" fmla="*/ 0 w 12192418"/>
              <a:gd name="connsiteY53" fmla="*/ 4074529 h 5095933"/>
              <a:gd name="connsiteX54" fmla="*/ 0 w 12192418"/>
              <a:gd name="connsiteY54" fmla="*/ 2109542 h 5095933"/>
              <a:gd name="connsiteX55" fmla="*/ 1 w 12192418"/>
              <a:gd name="connsiteY55" fmla="*/ 2109542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12192418" h="5095933">
                <a:moveTo>
                  <a:pt x="1" y="0"/>
                </a:moveTo>
                <a:lnTo>
                  <a:pt x="71932" y="12261"/>
                </a:lnTo>
                <a:lnTo>
                  <a:pt x="282849" y="48343"/>
                </a:lnTo>
                <a:lnTo>
                  <a:pt x="436464" y="73565"/>
                </a:lnTo>
                <a:lnTo>
                  <a:pt x="619339" y="100188"/>
                </a:lnTo>
                <a:lnTo>
                  <a:pt x="836351" y="132066"/>
                </a:lnTo>
                <a:lnTo>
                  <a:pt x="1076528" y="165696"/>
                </a:lnTo>
                <a:lnTo>
                  <a:pt x="1347184" y="201077"/>
                </a:lnTo>
                <a:lnTo>
                  <a:pt x="1642223" y="238560"/>
                </a:lnTo>
                <a:lnTo>
                  <a:pt x="1962864" y="276043"/>
                </a:lnTo>
                <a:lnTo>
                  <a:pt x="2304232" y="314227"/>
                </a:lnTo>
                <a:lnTo>
                  <a:pt x="2672421" y="349608"/>
                </a:lnTo>
                <a:lnTo>
                  <a:pt x="3057678" y="383588"/>
                </a:lnTo>
                <a:lnTo>
                  <a:pt x="3464881" y="414415"/>
                </a:lnTo>
                <a:lnTo>
                  <a:pt x="3889152" y="443841"/>
                </a:lnTo>
                <a:lnTo>
                  <a:pt x="4331710" y="471515"/>
                </a:lnTo>
                <a:lnTo>
                  <a:pt x="4558476" y="481324"/>
                </a:lnTo>
                <a:lnTo>
                  <a:pt x="4790118" y="492183"/>
                </a:lnTo>
                <a:lnTo>
                  <a:pt x="5025418" y="502342"/>
                </a:lnTo>
                <a:lnTo>
                  <a:pt x="5261937" y="508998"/>
                </a:lnTo>
                <a:lnTo>
                  <a:pt x="5503332" y="514953"/>
                </a:lnTo>
                <a:lnTo>
                  <a:pt x="5747167" y="521259"/>
                </a:lnTo>
                <a:lnTo>
                  <a:pt x="5995877" y="525463"/>
                </a:lnTo>
                <a:lnTo>
                  <a:pt x="6247026" y="525463"/>
                </a:lnTo>
                <a:lnTo>
                  <a:pt x="6500613" y="527565"/>
                </a:lnTo>
                <a:lnTo>
                  <a:pt x="6756639" y="525463"/>
                </a:lnTo>
                <a:lnTo>
                  <a:pt x="7016322" y="521259"/>
                </a:lnTo>
                <a:lnTo>
                  <a:pt x="7276005" y="517406"/>
                </a:lnTo>
                <a:lnTo>
                  <a:pt x="7539345" y="508998"/>
                </a:lnTo>
                <a:lnTo>
                  <a:pt x="7805124" y="500241"/>
                </a:lnTo>
                <a:lnTo>
                  <a:pt x="8070903" y="490082"/>
                </a:lnTo>
                <a:lnTo>
                  <a:pt x="8339121" y="475719"/>
                </a:lnTo>
                <a:lnTo>
                  <a:pt x="8609776" y="458554"/>
                </a:lnTo>
                <a:lnTo>
                  <a:pt x="8881651" y="442089"/>
                </a:lnTo>
                <a:lnTo>
                  <a:pt x="9153526" y="421071"/>
                </a:lnTo>
                <a:lnTo>
                  <a:pt x="9429058" y="395849"/>
                </a:lnTo>
                <a:lnTo>
                  <a:pt x="9700933" y="370626"/>
                </a:lnTo>
                <a:lnTo>
                  <a:pt x="9977684" y="341551"/>
                </a:lnTo>
                <a:lnTo>
                  <a:pt x="10255655" y="309673"/>
                </a:lnTo>
                <a:lnTo>
                  <a:pt x="10529968" y="276043"/>
                </a:lnTo>
                <a:lnTo>
                  <a:pt x="10807939" y="236809"/>
                </a:lnTo>
                <a:lnTo>
                  <a:pt x="11084690" y="194772"/>
                </a:lnTo>
                <a:lnTo>
                  <a:pt x="11362661" y="153085"/>
                </a:lnTo>
                <a:lnTo>
                  <a:pt x="11639412" y="104392"/>
                </a:lnTo>
                <a:lnTo>
                  <a:pt x="11914945" y="54648"/>
                </a:lnTo>
                <a:lnTo>
                  <a:pt x="12191696" y="2452"/>
                </a:lnTo>
                <a:lnTo>
                  <a:pt x="12191696" y="2109542"/>
                </a:lnTo>
                <a:lnTo>
                  <a:pt x="12191999" y="2109542"/>
                </a:lnTo>
                <a:lnTo>
                  <a:pt x="12191999" y="2802467"/>
                </a:lnTo>
                <a:lnTo>
                  <a:pt x="12192418" y="2802467"/>
                </a:lnTo>
                <a:lnTo>
                  <a:pt x="12192418" y="5095933"/>
                </a:lnTo>
                <a:lnTo>
                  <a:pt x="1" y="5095933"/>
                </a:lnTo>
                <a:lnTo>
                  <a:pt x="1" y="4074529"/>
                </a:lnTo>
                <a:lnTo>
                  <a:pt x="0" y="4074529"/>
                </a:lnTo>
                <a:lnTo>
                  <a:pt x="0" y="2109542"/>
                </a:lnTo>
                <a:lnTo>
                  <a:pt x="1" y="210954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32DA578-C91B-7E77-5166-08FA4EEC74B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025709"/>
              </p:ext>
            </p:extLst>
          </p:nvPr>
        </p:nvGraphicFramePr>
        <p:xfrm>
          <a:off x="486697" y="2810256"/>
          <a:ext cx="8171528" cy="340427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B87E4204-E93C-417B-9ED0-F81552DE87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68E4A00-82CC-4AD0-B631-F820AEE40F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4" name="Freeform 7">
            <a:extLst>
              <a:ext uri="{FF2B5EF4-FFF2-40B4-BE49-F238E27FC236}">
                <a16:creationId xmlns:a16="http://schemas.microsoft.com/office/drawing/2014/main" id="{463665DF-25B8-4EE2-8F85-921EF38BE2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39954" y="1460230"/>
            <a:ext cx="2604045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9C05B2-AB0A-9B91-FFC4-5531FDE624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6697" y="629267"/>
            <a:ext cx="6939116" cy="1016654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300">
                <a:solidFill>
                  <a:srgbClr val="EBEBEB"/>
                </a:solidFill>
              </a:rPr>
              <a:t>File Viewing &amp; Filtering Commands</a:t>
            </a:r>
          </a:p>
        </p:txBody>
      </p:sp>
      <p:sp useBgFill="1">
        <p:nvSpPr>
          <p:cNvPr id="35" name="Freeform: Shape 34">
            <a:extLst>
              <a:ext uri="{FF2B5EF4-FFF2-40B4-BE49-F238E27FC236}">
                <a16:creationId xmlns:a16="http://schemas.microsoft.com/office/drawing/2014/main" id="{B3378DC2-950E-4B63-B833-32DE4719A8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762067"/>
            <a:ext cx="9144313" cy="5095933"/>
          </a:xfrm>
          <a:custGeom>
            <a:avLst/>
            <a:gdLst>
              <a:gd name="connsiteX0" fmla="*/ 0 w 12192417"/>
              <a:gd name="connsiteY0" fmla="*/ 0 h 5095933"/>
              <a:gd name="connsiteX1" fmla="*/ 71931 w 12192417"/>
              <a:gd name="connsiteY1" fmla="*/ 12261 h 5095933"/>
              <a:gd name="connsiteX2" fmla="*/ 282848 w 12192417"/>
              <a:gd name="connsiteY2" fmla="*/ 48343 h 5095933"/>
              <a:gd name="connsiteX3" fmla="*/ 436463 w 12192417"/>
              <a:gd name="connsiteY3" fmla="*/ 73565 h 5095933"/>
              <a:gd name="connsiteX4" fmla="*/ 619338 w 12192417"/>
              <a:gd name="connsiteY4" fmla="*/ 100188 h 5095933"/>
              <a:gd name="connsiteX5" fmla="*/ 836350 w 12192417"/>
              <a:gd name="connsiteY5" fmla="*/ 132066 h 5095933"/>
              <a:gd name="connsiteX6" fmla="*/ 1076527 w 12192417"/>
              <a:gd name="connsiteY6" fmla="*/ 165696 h 5095933"/>
              <a:gd name="connsiteX7" fmla="*/ 1347183 w 12192417"/>
              <a:gd name="connsiteY7" fmla="*/ 201077 h 5095933"/>
              <a:gd name="connsiteX8" fmla="*/ 1642222 w 12192417"/>
              <a:gd name="connsiteY8" fmla="*/ 238560 h 5095933"/>
              <a:gd name="connsiteX9" fmla="*/ 1962863 w 12192417"/>
              <a:gd name="connsiteY9" fmla="*/ 276043 h 5095933"/>
              <a:gd name="connsiteX10" fmla="*/ 2304231 w 12192417"/>
              <a:gd name="connsiteY10" fmla="*/ 314227 h 5095933"/>
              <a:gd name="connsiteX11" fmla="*/ 2672420 w 12192417"/>
              <a:gd name="connsiteY11" fmla="*/ 349608 h 5095933"/>
              <a:gd name="connsiteX12" fmla="*/ 3057677 w 12192417"/>
              <a:gd name="connsiteY12" fmla="*/ 383588 h 5095933"/>
              <a:gd name="connsiteX13" fmla="*/ 3464880 w 12192417"/>
              <a:gd name="connsiteY13" fmla="*/ 414415 h 5095933"/>
              <a:gd name="connsiteX14" fmla="*/ 3889151 w 12192417"/>
              <a:gd name="connsiteY14" fmla="*/ 443841 h 5095933"/>
              <a:gd name="connsiteX15" fmla="*/ 4331709 w 12192417"/>
              <a:gd name="connsiteY15" fmla="*/ 471515 h 5095933"/>
              <a:gd name="connsiteX16" fmla="*/ 4558475 w 12192417"/>
              <a:gd name="connsiteY16" fmla="*/ 481324 h 5095933"/>
              <a:gd name="connsiteX17" fmla="*/ 4790117 w 12192417"/>
              <a:gd name="connsiteY17" fmla="*/ 492183 h 5095933"/>
              <a:gd name="connsiteX18" fmla="*/ 5025417 w 12192417"/>
              <a:gd name="connsiteY18" fmla="*/ 502342 h 5095933"/>
              <a:gd name="connsiteX19" fmla="*/ 5261936 w 12192417"/>
              <a:gd name="connsiteY19" fmla="*/ 508998 h 5095933"/>
              <a:gd name="connsiteX20" fmla="*/ 5503331 w 12192417"/>
              <a:gd name="connsiteY20" fmla="*/ 514953 h 5095933"/>
              <a:gd name="connsiteX21" fmla="*/ 5747166 w 12192417"/>
              <a:gd name="connsiteY21" fmla="*/ 521259 h 5095933"/>
              <a:gd name="connsiteX22" fmla="*/ 5995876 w 12192417"/>
              <a:gd name="connsiteY22" fmla="*/ 525463 h 5095933"/>
              <a:gd name="connsiteX23" fmla="*/ 6247025 w 12192417"/>
              <a:gd name="connsiteY23" fmla="*/ 525463 h 5095933"/>
              <a:gd name="connsiteX24" fmla="*/ 6500612 w 12192417"/>
              <a:gd name="connsiteY24" fmla="*/ 527565 h 5095933"/>
              <a:gd name="connsiteX25" fmla="*/ 6756638 w 12192417"/>
              <a:gd name="connsiteY25" fmla="*/ 525463 h 5095933"/>
              <a:gd name="connsiteX26" fmla="*/ 7016321 w 12192417"/>
              <a:gd name="connsiteY26" fmla="*/ 521259 h 5095933"/>
              <a:gd name="connsiteX27" fmla="*/ 7276004 w 12192417"/>
              <a:gd name="connsiteY27" fmla="*/ 517406 h 5095933"/>
              <a:gd name="connsiteX28" fmla="*/ 7539344 w 12192417"/>
              <a:gd name="connsiteY28" fmla="*/ 508998 h 5095933"/>
              <a:gd name="connsiteX29" fmla="*/ 7805123 w 12192417"/>
              <a:gd name="connsiteY29" fmla="*/ 500241 h 5095933"/>
              <a:gd name="connsiteX30" fmla="*/ 8070902 w 12192417"/>
              <a:gd name="connsiteY30" fmla="*/ 490082 h 5095933"/>
              <a:gd name="connsiteX31" fmla="*/ 8339120 w 12192417"/>
              <a:gd name="connsiteY31" fmla="*/ 475719 h 5095933"/>
              <a:gd name="connsiteX32" fmla="*/ 8609775 w 12192417"/>
              <a:gd name="connsiteY32" fmla="*/ 458554 h 5095933"/>
              <a:gd name="connsiteX33" fmla="*/ 8881650 w 12192417"/>
              <a:gd name="connsiteY33" fmla="*/ 442089 h 5095933"/>
              <a:gd name="connsiteX34" fmla="*/ 9153525 w 12192417"/>
              <a:gd name="connsiteY34" fmla="*/ 421071 h 5095933"/>
              <a:gd name="connsiteX35" fmla="*/ 9429057 w 12192417"/>
              <a:gd name="connsiteY35" fmla="*/ 395849 h 5095933"/>
              <a:gd name="connsiteX36" fmla="*/ 9700932 w 12192417"/>
              <a:gd name="connsiteY36" fmla="*/ 370626 h 5095933"/>
              <a:gd name="connsiteX37" fmla="*/ 9977683 w 12192417"/>
              <a:gd name="connsiteY37" fmla="*/ 341551 h 5095933"/>
              <a:gd name="connsiteX38" fmla="*/ 10255654 w 12192417"/>
              <a:gd name="connsiteY38" fmla="*/ 309673 h 5095933"/>
              <a:gd name="connsiteX39" fmla="*/ 10529967 w 12192417"/>
              <a:gd name="connsiteY39" fmla="*/ 276043 h 5095933"/>
              <a:gd name="connsiteX40" fmla="*/ 10807938 w 12192417"/>
              <a:gd name="connsiteY40" fmla="*/ 236809 h 5095933"/>
              <a:gd name="connsiteX41" fmla="*/ 11084689 w 12192417"/>
              <a:gd name="connsiteY41" fmla="*/ 194772 h 5095933"/>
              <a:gd name="connsiteX42" fmla="*/ 11362660 w 12192417"/>
              <a:gd name="connsiteY42" fmla="*/ 153085 h 5095933"/>
              <a:gd name="connsiteX43" fmla="*/ 11639411 w 12192417"/>
              <a:gd name="connsiteY43" fmla="*/ 104392 h 5095933"/>
              <a:gd name="connsiteX44" fmla="*/ 11914944 w 12192417"/>
              <a:gd name="connsiteY44" fmla="*/ 54648 h 5095933"/>
              <a:gd name="connsiteX45" fmla="*/ 12191695 w 12192417"/>
              <a:gd name="connsiteY45" fmla="*/ 2452 h 5095933"/>
              <a:gd name="connsiteX46" fmla="*/ 12191695 w 12192417"/>
              <a:gd name="connsiteY46" fmla="*/ 2162231 h 5095933"/>
              <a:gd name="connsiteX47" fmla="*/ 12192417 w 12192417"/>
              <a:gd name="connsiteY47" fmla="*/ 2162231 h 5095933"/>
              <a:gd name="connsiteX48" fmla="*/ 12192417 w 12192417"/>
              <a:gd name="connsiteY48" fmla="*/ 5095933 h 5095933"/>
              <a:gd name="connsiteX49" fmla="*/ 0 w 12192417"/>
              <a:gd name="connsiteY49" fmla="*/ 5095933 h 5095933"/>
              <a:gd name="connsiteX50" fmla="*/ 0 w 12192417"/>
              <a:gd name="connsiteY50" fmla="*/ 2791958 h 5095933"/>
              <a:gd name="connsiteX51" fmla="*/ 0 w 12192417"/>
              <a:gd name="connsiteY51" fmla="*/ 2162231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417" h="5095933">
                <a:moveTo>
                  <a:pt x="0" y="0"/>
                </a:moveTo>
                <a:lnTo>
                  <a:pt x="71931" y="12261"/>
                </a:lnTo>
                <a:lnTo>
                  <a:pt x="282848" y="48343"/>
                </a:lnTo>
                <a:lnTo>
                  <a:pt x="436463" y="73565"/>
                </a:lnTo>
                <a:lnTo>
                  <a:pt x="619338" y="100188"/>
                </a:lnTo>
                <a:lnTo>
                  <a:pt x="836350" y="132066"/>
                </a:lnTo>
                <a:lnTo>
                  <a:pt x="1076527" y="165696"/>
                </a:lnTo>
                <a:lnTo>
                  <a:pt x="1347183" y="201077"/>
                </a:lnTo>
                <a:lnTo>
                  <a:pt x="1642222" y="238560"/>
                </a:lnTo>
                <a:lnTo>
                  <a:pt x="1962863" y="276043"/>
                </a:lnTo>
                <a:lnTo>
                  <a:pt x="2304231" y="314227"/>
                </a:lnTo>
                <a:lnTo>
                  <a:pt x="2672420" y="349608"/>
                </a:lnTo>
                <a:lnTo>
                  <a:pt x="3057677" y="383588"/>
                </a:lnTo>
                <a:lnTo>
                  <a:pt x="3464880" y="414415"/>
                </a:lnTo>
                <a:lnTo>
                  <a:pt x="3889151" y="443841"/>
                </a:lnTo>
                <a:lnTo>
                  <a:pt x="4331709" y="471515"/>
                </a:lnTo>
                <a:lnTo>
                  <a:pt x="4558475" y="481324"/>
                </a:lnTo>
                <a:lnTo>
                  <a:pt x="4790117" y="492183"/>
                </a:lnTo>
                <a:lnTo>
                  <a:pt x="5025417" y="502342"/>
                </a:lnTo>
                <a:lnTo>
                  <a:pt x="5261936" y="508998"/>
                </a:lnTo>
                <a:lnTo>
                  <a:pt x="5503331" y="514953"/>
                </a:lnTo>
                <a:lnTo>
                  <a:pt x="5747166" y="521259"/>
                </a:lnTo>
                <a:lnTo>
                  <a:pt x="5995876" y="525463"/>
                </a:lnTo>
                <a:lnTo>
                  <a:pt x="6247025" y="525463"/>
                </a:lnTo>
                <a:lnTo>
                  <a:pt x="6500612" y="527565"/>
                </a:lnTo>
                <a:lnTo>
                  <a:pt x="6756638" y="525463"/>
                </a:lnTo>
                <a:lnTo>
                  <a:pt x="7016321" y="521259"/>
                </a:lnTo>
                <a:lnTo>
                  <a:pt x="7276004" y="517406"/>
                </a:lnTo>
                <a:lnTo>
                  <a:pt x="7539344" y="508998"/>
                </a:lnTo>
                <a:lnTo>
                  <a:pt x="7805123" y="500241"/>
                </a:lnTo>
                <a:lnTo>
                  <a:pt x="8070902" y="490082"/>
                </a:lnTo>
                <a:lnTo>
                  <a:pt x="8339120" y="475719"/>
                </a:lnTo>
                <a:lnTo>
                  <a:pt x="8609775" y="458554"/>
                </a:lnTo>
                <a:lnTo>
                  <a:pt x="8881650" y="442089"/>
                </a:lnTo>
                <a:lnTo>
                  <a:pt x="9153525" y="421071"/>
                </a:lnTo>
                <a:lnTo>
                  <a:pt x="9429057" y="395849"/>
                </a:lnTo>
                <a:lnTo>
                  <a:pt x="9700932" y="370626"/>
                </a:lnTo>
                <a:lnTo>
                  <a:pt x="9977683" y="341551"/>
                </a:lnTo>
                <a:lnTo>
                  <a:pt x="10255654" y="309673"/>
                </a:lnTo>
                <a:lnTo>
                  <a:pt x="10529967" y="276043"/>
                </a:lnTo>
                <a:lnTo>
                  <a:pt x="10807938" y="236809"/>
                </a:lnTo>
                <a:lnTo>
                  <a:pt x="11084689" y="194772"/>
                </a:lnTo>
                <a:lnTo>
                  <a:pt x="11362660" y="153085"/>
                </a:lnTo>
                <a:lnTo>
                  <a:pt x="11639411" y="104392"/>
                </a:lnTo>
                <a:lnTo>
                  <a:pt x="11914944" y="54648"/>
                </a:lnTo>
                <a:lnTo>
                  <a:pt x="12191695" y="2452"/>
                </a:lnTo>
                <a:lnTo>
                  <a:pt x="12191695" y="2162231"/>
                </a:lnTo>
                <a:lnTo>
                  <a:pt x="12192417" y="2162231"/>
                </a:lnTo>
                <a:lnTo>
                  <a:pt x="12192417" y="5095933"/>
                </a:lnTo>
                <a:lnTo>
                  <a:pt x="0" y="5095933"/>
                </a:lnTo>
                <a:lnTo>
                  <a:pt x="0" y="2791958"/>
                </a:lnTo>
                <a:lnTo>
                  <a:pt x="0" y="2162231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5DAB2C-3251-25ED-CD2F-4340361080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6698" y="2548281"/>
            <a:ext cx="5365201" cy="3658689"/>
          </a:xfrm>
        </p:spPr>
        <p:txBody>
          <a:bodyPr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 sz="1400"/>
              <a:t>• less filename – View file content page by page (scrollable)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400"/>
              <a:t>• more filename – View file content page by page (older tool)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400"/>
              <a:t>• head filename – Show first 10 lines of a file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400"/>
              <a:t>• tail filename – Show last 10 lines of a file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400"/>
              <a:t>• grep pattern filename – Search specific patterns in a file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400"/>
              <a:t>  - grep 'error' /var/log/messages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400"/>
              <a:t>  - grep -</a:t>
            </a:r>
            <a:r>
              <a:rPr lang="en-US" sz="1400" err="1"/>
              <a:t>i</a:t>
            </a:r>
            <a:r>
              <a:rPr lang="en-US" sz="1400"/>
              <a:t> : Ignore case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400"/>
              <a:t>  - grep -v : Invert match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400"/>
              <a:t>  - grep -n : Show line numbers</a:t>
            </a:r>
          </a:p>
          <a:p>
            <a:pPr>
              <a:lnSpc>
                <a:spcPct val="90000"/>
              </a:lnSpc>
            </a:pPr>
            <a:endParaRPr lang="en-US" sz="1400"/>
          </a:p>
        </p:txBody>
      </p:sp>
      <p:pic>
        <p:nvPicPr>
          <p:cNvPr id="36" name="Graphic 35" descr="Open Folder">
            <a:extLst>
              <a:ext uri="{FF2B5EF4-FFF2-40B4-BE49-F238E27FC236}">
                <a16:creationId xmlns:a16="http://schemas.microsoft.com/office/drawing/2014/main" id="{F8122129-BEF1-406E-BC24-843CEEBA2D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7404" y="3099163"/>
            <a:ext cx="2560253" cy="2560253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28813863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B87E4204-E93C-417B-9ED0-F81552DE87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68E4A00-82CC-4AD0-B631-F820AEE40F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0" name="Freeform 7">
            <a:extLst>
              <a:ext uri="{FF2B5EF4-FFF2-40B4-BE49-F238E27FC236}">
                <a16:creationId xmlns:a16="http://schemas.microsoft.com/office/drawing/2014/main" id="{463665DF-25B8-4EE2-8F85-921EF38BE2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39954" y="1460230"/>
            <a:ext cx="2604045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5F7A4C7-9A4D-2B89-62D6-99A081504A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6697" y="629267"/>
            <a:ext cx="6939116" cy="1016654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EBEBEB"/>
                </a:solidFill>
              </a:rPr>
              <a:t>File Search Utilities</a:t>
            </a:r>
          </a:p>
        </p:txBody>
      </p:sp>
      <p:sp useBgFill="1">
        <p:nvSpPr>
          <p:cNvPr id="21" name="Freeform: Shape 20">
            <a:extLst>
              <a:ext uri="{FF2B5EF4-FFF2-40B4-BE49-F238E27FC236}">
                <a16:creationId xmlns:a16="http://schemas.microsoft.com/office/drawing/2014/main" id="{B3378DC2-950E-4B63-B833-32DE4719A8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762067"/>
            <a:ext cx="9144313" cy="5095933"/>
          </a:xfrm>
          <a:custGeom>
            <a:avLst/>
            <a:gdLst>
              <a:gd name="connsiteX0" fmla="*/ 0 w 12192417"/>
              <a:gd name="connsiteY0" fmla="*/ 0 h 5095933"/>
              <a:gd name="connsiteX1" fmla="*/ 71931 w 12192417"/>
              <a:gd name="connsiteY1" fmla="*/ 12261 h 5095933"/>
              <a:gd name="connsiteX2" fmla="*/ 282848 w 12192417"/>
              <a:gd name="connsiteY2" fmla="*/ 48343 h 5095933"/>
              <a:gd name="connsiteX3" fmla="*/ 436463 w 12192417"/>
              <a:gd name="connsiteY3" fmla="*/ 73565 h 5095933"/>
              <a:gd name="connsiteX4" fmla="*/ 619338 w 12192417"/>
              <a:gd name="connsiteY4" fmla="*/ 100188 h 5095933"/>
              <a:gd name="connsiteX5" fmla="*/ 836350 w 12192417"/>
              <a:gd name="connsiteY5" fmla="*/ 132066 h 5095933"/>
              <a:gd name="connsiteX6" fmla="*/ 1076527 w 12192417"/>
              <a:gd name="connsiteY6" fmla="*/ 165696 h 5095933"/>
              <a:gd name="connsiteX7" fmla="*/ 1347183 w 12192417"/>
              <a:gd name="connsiteY7" fmla="*/ 201077 h 5095933"/>
              <a:gd name="connsiteX8" fmla="*/ 1642222 w 12192417"/>
              <a:gd name="connsiteY8" fmla="*/ 238560 h 5095933"/>
              <a:gd name="connsiteX9" fmla="*/ 1962863 w 12192417"/>
              <a:gd name="connsiteY9" fmla="*/ 276043 h 5095933"/>
              <a:gd name="connsiteX10" fmla="*/ 2304231 w 12192417"/>
              <a:gd name="connsiteY10" fmla="*/ 314227 h 5095933"/>
              <a:gd name="connsiteX11" fmla="*/ 2672420 w 12192417"/>
              <a:gd name="connsiteY11" fmla="*/ 349608 h 5095933"/>
              <a:gd name="connsiteX12" fmla="*/ 3057677 w 12192417"/>
              <a:gd name="connsiteY12" fmla="*/ 383588 h 5095933"/>
              <a:gd name="connsiteX13" fmla="*/ 3464880 w 12192417"/>
              <a:gd name="connsiteY13" fmla="*/ 414415 h 5095933"/>
              <a:gd name="connsiteX14" fmla="*/ 3889151 w 12192417"/>
              <a:gd name="connsiteY14" fmla="*/ 443841 h 5095933"/>
              <a:gd name="connsiteX15" fmla="*/ 4331709 w 12192417"/>
              <a:gd name="connsiteY15" fmla="*/ 471515 h 5095933"/>
              <a:gd name="connsiteX16" fmla="*/ 4558475 w 12192417"/>
              <a:gd name="connsiteY16" fmla="*/ 481324 h 5095933"/>
              <a:gd name="connsiteX17" fmla="*/ 4790117 w 12192417"/>
              <a:gd name="connsiteY17" fmla="*/ 492183 h 5095933"/>
              <a:gd name="connsiteX18" fmla="*/ 5025417 w 12192417"/>
              <a:gd name="connsiteY18" fmla="*/ 502342 h 5095933"/>
              <a:gd name="connsiteX19" fmla="*/ 5261936 w 12192417"/>
              <a:gd name="connsiteY19" fmla="*/ 508998 h 5095933"/>
              <a:gd name="connsiteX20" fmla="*/ 5503331 w 12192417"/>
              <a:gd name="connsiteY20" fmla="*/ 514953 h 5095933"/>
              <a:gd name="connsiteX21" fmla="*/ 5747166 w 12192417"/>
              <a:gd name="connsiteY21" fmla="*/ 521259 h 5095933"/>
              <a:gd name="connsiteX22" fmla="*/ 5995876 w 12192417"/>
              <a:gd name="connsiteY22" fmla="*/ 525463 h 5095933"/>
              <a:gd name="connsiteX23" fmla="*/ 6247025 w 12192417"/>
              <a:gd name="connsiteY23" fmla="*/ 525463 h 5095933"/>
              <a:gd name="connsiteX24" fmla="*/ 6500612 w 12192417"/>
              <a:gd name="connsiteY24" fmla="*/ 527565 h 5095933"/>
              <a:gd name="connsiteX25" fmla="*/ 6756638 w 12192417"/>
              <a:gd name="connsiteY25" fmla="*/ 525463 h 5095933"/>
              <a:gd name="connsiteX26" fmla="*/ 7016321 w 12192417"/>
              <a:gd name="connsiteY26" fmla="*/ 521259 h 5095933"/>
              <a:gd name="connsiteX27" fmla="*/ 7276004 w 12192417"/>
              <a:gd name="connsiteY27" fmla="*/ 517406 h 5095933"/>
              <a:gd name="connsiteX28" fmla="*/ 7539344 w 12192417"/>
              <a:gd name="connsiteY28" fmla="*/ 508998 h 5095933"/>
              <a:gd name="connsiteX29" fmla="*/ 7805123 w 12192417"/>
              <a:gd name="connsiteY29" fmla="*/ 500241 h 5095933"/>
              <a:gd name="connsiteX30" fmla="*/ 8070902 w 12192417"/>
              <a:gd name="connsiteY30" fmla="*/ 490082 h 5095933"/>
              <a:gd name="connsiteX31" fmla="*/ 8339120 w 12192417"/>
              <a:gd name="connsiteY31" fmla="*/ 475719 h 5095933"/>
              <a:gd name="connsiteX32" fmla="*/ 8609775 w 12192417"/>
              <a:gd name="connsiteY32" fmla="*/ 458554 h 5095933"/>
              <a:gd name="connsiteX33" fmla="*/ 8881650 w 12192417"/>
              <a:gd name="connsiteY33" fmla="*/ 442089 h 5095933"/>
              <a:gd name="connsiteX34" fmla="*/ 9153525 w 12192417"/>
              <a:gd name="connsiteY34" fmla="*/ 421071 h 5095933"/>
              <a:gd name="connsiteX35" fmla="*/ 9429057 w 12192417"/>
              <a:gd name="connsiteY35" fmla="*/ 395849 h 5095933"/>
              <a:gd name="connsiteX36" fmla="*/ 9700932 w 12192417"/>
              <a:gd name="connsiteY36" fmla="*/ 370626 h 5095933"/>
              <a:gd name="connsiteX37" fmla="*/ 9977683 w 12192417"/>
              <a:gd name="connsiteY37" fmla="*/ 341551 h 5095933"/>
              <a:gd name="connsiteX38" fmla="*/ 10255654 w 12192417"/>
              <a:gd name="connsiteY38" fmla="*/ 309673 h 5095933"/>
              <a:gd name="connsiteX39" fmla="*/ 10529967 w 12192417"/>
              <a:gd name="connsiteY39" fmla="*/ 276043 h 5095933"/>
              <a:gd name="connsiteX40" fmla="*/ 10807938 w 12192417"/>
              <a:gd name="connsiteY40" fmla="*/ 236809 h 5095933"/>
              <a:gd name="connsiteX41" fmla="*/ 11084689 w 12192417"/>
              <a:gd name="connsiteY41" fmla="*/ 194772 h 5095933"/>
              <a:gd name="connsiteX42" fmla="*/ 11362660 w 12192417"/>
              <a:gd name="connsiteY42" fmla="*/ 153085 h 5095933"/>
              <a:gd name="connsiteX43" fmla="*/ 11639411 w 12192417"/>
              <a:gd name="connsiteY43" fmla="*/ 104392 h 5095933"/>
              <a:gd name="connsiteX44" fmla="*/ 11914944 w 12192417"/>
              <a:gd name="connsiteY44" fmla="*/ 54648 h 5095933"/>
              <a:gd name="connsiteX45" fmla="*/ 12191695 w 12192417"/>
              <a:gd name="connsiteY45" fmla="*/ 2452 h 5095933"/>
              <a:gd name="connsiteX46" fmla="*/ 12191695 w 12192417"/>
              <a:gd name="connsiteY46" fmla="*/ 2162231 h 5095933"/>
              <a:gd name="connsiteX47" fmla="*/ 12192417 w 12192417"/>
              <a:gd name="connsiteY47" fmla="*/ 2162231 h 5095933"/>
              <a:gd name="connsiteX48" fmla="*/ 12192417 w 12192417"/>
              <a:gd name="connsiteY48" fmla="*/ 5095933 h 5095933"/>
              <a:gd name="connsiteX49" fmla="*/ 0 w 12192417"/>
              <a:gd name="connsiteY49" fmla="*/ 5095933 h 5095933"/>
              <a:gd name="connsiteX50" fmla="*/ 0 w 12192417"/>
              <a:gd name="connsiteY50" fmla="*/ 2791958 h 5095933"/>
              <a:gd name="connsiteX51" fmla="*/ 0 w 12192417"/>
              <a:gd name="connsiteY51" fmla="*/ 2162231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417" h="5095933">
                <a:moveTo>
                  <a:pt x="0" y="0"/>
                </a:moveTo>
                <a:lnTo>
                  <a:pt x="71931" y="12261"/>
                </a:lnTo>
                <a:lnTo>
                  <a:pt x="282848" y="48343"/>
                </a:lnTo>
                <a:lnTo>
                  <a:pt x="436463" y="73565"/>
                </a:lnTo>
                <a:lnTo>
                  <a:pt x="619338" y="100188"/>
                </a:lnTo>
                <a:lnTo>
                  <a:pt x="836350" y="132066"/>
                </a:lnTo>
                <a:lnTo>
                  <a:pt x="1076527" y="165696"/>
                </a:lnTo>
                <a:lnTo>
                  <a:pt x="1347183" y="201077"/>
                </a:lnTo>
                <a:lnTo>
                  <a:pt x="1642222" y="238560"/>
                </a:lnTo>
                <a:lnTo>
                  <a:pt x="1962863" y="276043"/>
                </a:lnTo>
                <a:lnTo>
                  <a:pt x="2304231" y="314227"/>
                </a:lnTo>
                <a:lnTo>
                  <a:pt x="2672420" y="349608"/>
                </a:lnTo>
                <a:lnTo>
                  <a:pt x="3057677" y="383588"/>
                </a:lnTo>
                <a:lnTo>
                  <a:pt x="3464880" y="414415"/>
                </a:lnTo>
                <a:lnTo>
                  <a:pt x="3889151" y="443841"/>
                </a:lnTo>
                <a:lnTo>
                  <a:pt x="4331709" y="471515"/>
                </a:lnTo>
                <a:lnTo>
                  <a:pt x="4558475" y="481324"/>
                </a:lnTo>
                <a:lnTo>
                  <a:pt x="4790117" y="492183"/>
                </a:lnTo>
                <a:lnTo>
                  <a:pt x="5025417" y="502342"/>
                </a:lnTo>
                <a:lnTo>
                  <a:pt x="5261936" y="508998"/>
                </a:lnTo>
                <a:lnTo>
                  <a:pt x="5503331" y="514953"/>
                </a:lnTo>
                <a:lnTo>
                  <a:pt x="5747166" y="521259"/>
                </a:lnTo>
                <a:lnTo>
                  <a:pt x="5995876" y="525463"/>
                </a:lnTo>
                <a:lnTo>
                  <a:pt x="6247025" y="525463"/>
                </a:lnTo>
                <a:lnTo>
                  <a:pt x="6500612" y="527565"/>
                </a:lnTo>
                <a:lnTo>
                  <a:pt x="6756638" y="525463"/>
                </a:lnTo>
                <a:lnTo>
                  <a:pt x="7016321" y="521259"/>
                </a:lnTo>
                <a:lnTo>
                  <a:pt x="7276004" y="517406"/>
                </a:lnTo>
                <a:lnTo>
                  <a:pt x="7539344" y="508998"/>
                </a:lnTo>
                <a:lnTo>
                  <a:pt x="7805123" y="500241"/>
                </a:lnTo>
                <a:lnTo>
                  <a:pt x="8070902" y="490082"/>
                </a:lnTo>
                <a:lnTo>
                  <a:pt x="8339120" y="475719"/>
                </a:lnTo>
                <a:lnTo>
                  <a:pt x="8609775" y="458554"/>
                </a:lnTo>
                <a:lnTo>
                  <a:pt x="8881650" y="442089"/>
                </a:lnTo>
                <a:lnTo>
                  <a:pt x="9153525" y="421071"/>
                </a:lnTo>
                <a:lnTo>
                  <a:pt x="9429057" y="395849"/>
                </a:lnTo>
                <a:lnTo>
                  <a:pt x="9700932" y="370626"/>
                </a:lnTo>
                <a:lnTo>
                  <a:pt x="9977683" y="341551"/>
                </a:lnTo>
                <a:lnTo>
                  <a:pt x="10255654" y="309673"/>
                </a:lnTo>
                <a:lnTo>
                  <a:pt x="10529967" y="276043"/>
                </a:lnTo>
                <a:lnTo>
                  <a:pt x="10807938" y="236809"/>
                </a:lnTo>
                <a:lnTo>
                  <a:pt x="11084689" y="194772"/>
                </a:lnTo>
                <a:lnTo>
                  <a:pt x="11362660" y="153085"/>
                </a:lnTo>
                <a:lnTo>
                  <a:pt x="11639411" y="104392"/>
                </a:lnTo>
                <a:lnTo>
                  <a:pt x="11914944" y="54648"/>
                </a:lnTo>
                <a:lnTo>
                  <a:pt x="12191695" y="2452"/>
                </a:lnTo>
                <a:lnTo>
                  <a:pt x="12191695" y="2162231"/>
                </a:lnTo>
                <a:lnTo>
                  <a:pt x="12192417" y="2162231"/>
                </a:lnTo>
                <a:lnTo>
                  <a:pt x="12192417" y="5095933"/>
                </a:lnTo>
                <a:lnTo>
                  <a:pt x="0" y="5095933"/>
                </a:lnTo>
                <a:lnTo>
                  <a:pt x="0" y="2791958"/>
                </a:lnTo>
                <a:lnTo>
                  <a:pt x="0" y="2162231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24" name="Content Placeholder 2">
            <a:extLst>
              <a:ext uri="{FF2B5EF4-FFF2-40B4-BE49-F238E27FC236}">
                <a16:creationId xmlns:a16="http://schemas.microsoft.com/office/drawing/2014/main" id="{D8C077BB-97CC-D97A-0A7A-3ADEE25FFC40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86698" y="2548281"/>
          <a:ext cx="5365201" cy="365868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22" name="Graphic 21" descr="Document Search">
            <a:extLst>
              <a:ext uri="{FF2B5EF4-FFF2-40B4-BE49-F238E27FC236}">
                <a16:creationId xmlns:a16="http://schemas.microsoft.com/office/drawing/2014/main" id="{34FA7BE8-641A-D0AF-C1D4-6091CD457D4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097404" y="3099163"/>
            <a:ext cx="2560253" cy="2560253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288140887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Rectangle 61">
            <a:extLst>
              <a:ext uri="{FF2B5EF4-FFF2-40B4-BE49-F238E27FC236}">
                <a16:creationId xmlns:a16="http://schemas.microsoft.com/office/drawing/2014/main" id="{ABE6F9A3-300E-47F5-B41C-C8C5E758DE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51970D9-2B1C-52E0-8654-09A3022CBB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6696" y="1063417"/>
            <a:ext cx="2629122" cy="4675396"/>
          </a:xfrm>
        </p:spPr>
        <p:txBody>
          <a:bodyPr anchor="ctr">
            <a:normAutofit/>
          </a:bodyPr>
          <a:lstStyle/>
          <a:p>
            <a:r>
              <a:rPr lang="en-US" sz="2900">
                <a:solidFill>
                  <a:srgbClr val="F2F2F2"/>
                </a:solidFill>
              </a:rPr>
              <a:t>Archiving and Compression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61B4701B-39FE-43B8-86AA-D6B8789C22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79292" y="0"/>
            <a:ext cx="5664708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66" name="Rounded Rectangle 9">
            <a:extLst>
              <a:ext uri="{FF2B5EF4-FFF2-40B4-BE49-F238E27FC236}">
                <a16:creationId xmlns:a16="http://schemas.microsoft.com/office/drawing/2014/main" id="{E9A7EF13-49FA-4355-971A-34B065F350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42766" y="484632"/>
            <a:ext cx="4938073" cy="5739187"/>
          </a:xfrm>
          <a:prstGeom prst="roundRect">
            <a:avLst>
              <a:gd name="adj" fmla="val 0"/>
            </a:avLst>
          </a:prstGeom>
          <a:ln w="12700" cap="sq">
            <a:solidFill>
              <a:schemeClr val="bg1">
                <a:lumMod val="75000"/>
              </a:schemeClr>
            </a:solidFill>
            <a:miter lim="800000"/>
          </a:ln>
          <a:effectLst>
            <a:outerShdw blurRad="63500" dist="25400" dir="5400000" algn="tl" rotWithShape="0">
              <a:srgbClr val="000000">
                <a:alpha val="39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92CF3C3E-0F7B-4F0C-8EBD-BDD38E9C66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31836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58" name="Content Placeholder 2">
            <a:extLst>
              <a:ext uri="{FF2B5EF4-FFF2-40B4-BE49-F238E27FC236}">
                <a16:creationId xmlns:a16="http://schemas.microsoft.com/office/drawing/2014/main" id="{1183551B-6CE7-7D27-E7AB-64774034F69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85356153"/>
              </p:ext>
            </p:extLst>
          </p:nvPr>
        </p:nvGraphicFramePr>
        <p:xfrm>
          <a:off x="4206478" y="965200"/>
          <a:ext cx="4211240" cy="47736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384564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7AEA421-5F29-4BA7-9360-2501B59879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7">
            <a:extLst>
              <a:ext uri="{FF2B5EF4-FFF2-40B4-BE49-F238E27FC236}">
                <a16:creationId xmlns:a16="http://schemas.microsoft.com/office/drawing/2014/main" id="{9348F0CB-4904-4DEF-BDD4-ADEC2DCCCB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39954" y="1460230"/>
            <a:ext cx="2604045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6697" y="629267"/>
            <a:ext cx="6939116" cy="1016654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600">
                <a:solidFill>
                  <a:srgbClr val="EBEBEB"/>
                </a:solidFill>
              </a:rPr>
              <a:t>User and Group Management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583E1B8-79B3-49BB-8704-58E4AB1AF2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7BB34D5F-2B87-438E-8236-69C6068D47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762067"/>
            <a:ext cx="9144312" cy="5095933"/>
          </a:xfrm>
          <a:custGeom>
            <a:avLst/>
            <a:gdLst>
              <a:gd name="connsiteX0" fmla="*/ 1 w 12192418"/>
              <a:gd name="connsiteY0" fmla="*/ 0 h 5095933"/>
              <a:gd name="connsiteX1" fmla="*/ 71932 w 12192418"/>
              <a:gd name="connsiteY1" fmla="*/ 12261 h 5095933"/>
              <a:gd name="connsiteX2" fmla="*/ 282849 w 12192418"/>
              <a:gd name="connsiteY2" fmla="*/ 48343 h 5095933"/>
              <a:gd name="connsiteX3" fmla="*/ 436464 w 12192418"/>
              <a:gd name="connsiteY3" fmla="*/ 73565 h 5095933"/>
              <a:gd name="connsiteX4" fmla="*/ 619339 w 12192418"/>
              <a:gd name="connsiteY4" fmla="*/ 100188 h 5095933"/>
              <a:gd name="connsiteX5" fmla="*/ 836351 w 12192418"/>
              <a:gd name="connsiteY5" fmla="*/ 132066 h 5095933"/>
              <a:gd name="connsiteX6" fmla="*/ 1076528 w 12192418"/>
              <a:gd name="connsiteY6" fmla="*/ 165696 h 5095933"/>
              <a:gd name="connsiteX7" fmla="*/ 1347184 w 12192418"/>
              <a:gd name="connsiteY7" fmla="*/ 201077 h 5095933"/>
              <a:gd name="connsiteX8" fmla="*/ 1642223 w 12192418"/>
              <a:gd name="connsiteY8" fmla="*/ 238560 h 5095933"/>
              <a:gd name="connsiteX9" fmla="*/ 1962864 w 12192418"/>
              <a:gd name="connsiteY9" fmla="*/ 276043 h 5095933"/>
              <a:gd name="connsiteX10" fmla="*/ 2304232 w 12192418"/>
              <a:gd name="connsiteY10" fmla="*/ 314227 h 5095933"/>
              <a:gd name="connsiteX11" fmla="*/ 2672421 w 12192418"/>
              <a:gd name="connsiteY11" fmla="*/ 349608 h 5095933"/>
              <a:gd name="connsiteX12" fmla="*/ 3057678 w 12192418"/>
              <a:gd name="connsiteY12" fmla="*/ 383588 h 5095933"/>
              <a:gd name="connsiteX13" fmla="*/ 3464881 w 12192418"/>
              <a:gd name="connsiteY13" fmla="*/ 414415 h 5095933"/>
              <a:gd name="connsiteX14" fmla="*/ 3889152 w 12192418"/>
              <a:gd name="connsiteY14" fmla="*/ 443841 h 5095933"/>
              <a:gd name="connsiteX15" fmla="*/ 4331710 w 12192418"/>
              <a:gd name="connsiteY15" fmla="*/ 471515 h 5095933"/>
              <a:gd name="connsiteX16" fmla="*/ 4558476 w 12192418"/>
              <a:gd name="connsiteY16" fmla="*/ 481324 h 5095933"/>
              <a:gd name="connsiteX17" fmla="*/ 4790118 w 12192418"/>
              <a:gd name="connsiteY17" fmla="*/ 492183 h 5095933"/>
              <a:gd name="connsiteX18" fmla="*/ 5025418 w 12192418"/>
              <a:gd name="connsiteY18" fmla="*/ 502342 h 5095933"/>
              <a:gd name="connsiteX19" fmla="*/ 5261937 w 12192418"/>
              <a:gd name="connsiteY19" fmla="*/ 508998 h 5095933"/>
              <a:gd name="connsiteX20" fmla="*/ 5503332 w 12192418"/>
              <a:gd name="connsiteY20" fmla="*/ 514953 h 5095933"/>
              <a:gd name="connsiteX21" fmla="*/ 5747167 w 12192418"/>
              <a:gd name="connsiteY21" fmla="*/ 521259 h 5095933"/>
              <a:gd name="connsiteX22" fmla="*/ 5995877 w 12192418"/>
              <a:gd name="connsiteY22" fmla="*/ 525463 h 5095933"/>
              <a:gd name="connsiteX23" fmla="*/ 6247026 w 12192418"/>
              <a:gd name="connsiteY23" fmla="*/ 525463 h 5095933"/>
              <a:gd name="connsiteX24" fmla="*/ 6500613 w 12192418"/>
              <a:gd name="connsiteY24" fmla="*/ 527565 h 5095933"/>
              <a:gd name="connsiteX25" fmla="*/ 6756639 w 12192418"/>
              <a:gd name="connsiteY25" fmla="*/ 525463 h 5095933"/>
              <a:gd name="connsiteX26" fmla="*/ 7016322 w 12192418"/>
              <a:gd name="connsiteY26" fmla="*/ 521259 h 5095933"/>
              <a:gd name="connsiteX27" fmla="*/ 7276005 w 12192418"/>
              <a:gd name="connsiteY27" fmla="*/ 517406 h 5095933"/>
              <a:gd name="connsiteX28" fmla="*/ 7539345 w 12192418"/>
              <a:gd name="connsiteY28" fmla="*/ 508998 h 5095933"/>
              <a:gd name="connsiteX29" fmla="*/ 7805124 w 12192418"/>
              <a:gd name="connsiteY29" fmla="*/ 500241 h 5095933"/>
              <a:gd name="connsiteX30" fmla="*/ 8070903 w 12192418"/>
              <a:gd name="connsiteY30" fmla="*/ 490082 h 5095933"/>
              <a:gd name="connsiteX31" fmla="*/ 8339121 w 12192418"/>
              <a:gd name="connsiteY31" fmla="*/ 475719 h 5095933"/>
              <a:gd name="connsiteX32" fmla="*/ 8609776 w 12192418"/>
              <a:gd name="connsiteY32" fmla="*/ 458554 h 5095933"/>
              <a:gd name="connsiteX33" fmla="*/ 8881651 w 12192418"/>
              <a:gd name="connsiteY33" fmla="*/ 442089 h 5095933"/>
              <a:gd name="connsiteX34" fmla="*/ 9153526 w 12192418"/>
              <a:gd name="connsiteY34" fmla="*/ 421071 h 5095933"/>
              <a:gd name="connsiteX35" fmla="*/ 9429058 w 12192418"/>
              <a:gd name="connsiteY35" fmla="*/ 395849 h 5095933"/>
              <a:gd name="connsiteX36" fmla="*/ 9700933 w 12192418"/>
              <a:gd name="connsiteY36" fmla="*/ 370626 h 5095933"/>
              <a:gd name="connsiteX37" fmla="*/ 9977684 w 12192418"/>
              <a:gd name="connsiteY37" fmla="*/ 341551 h 5095933"/>
              <a:gd name="connsiteX38" fmla="*/ 10255655 w 12192418"/>
              <a:gd name="connsiteY38" fmla="*/ 309673 h 5095933"/>
              <a:gd name="connsiteX39" fmla="*/ 10529968 w 12192418"/>
              <a:gd name="connsiteY39" fmla="*/ 276043 h 5095933"/>
              <a:gd name="connsiteX40" fmla="*/ 10807939 w 12192418"/>
              <a:gd name="connsiteY40" fmla="*/ 236809 h 5095933"/>
              <a:gd name="connsiteX41" fmla="*/ 11084690 w 12192418"/>
              <a:gd name="connsiteY41" fmla="*/ 194772 h 5095933"/>
              <a:gd name="connsiteX42" fmla="*/ 11362661 w 12192418"/>
              <a:gd name="connsiteY42" fmla="*/ 153085 h 5095933"/>
              <a:gd name="connsiteX43" fmla="*/ 11639412 w 12192418"/>
              <a:gd name="connsiteY43" fmla="*/ 104392 h 5095933"/>
              <a:gd name="connsiteX44" fmla="*/ 11914945 w 12192418"/>
              <a:gd name="connsiteY44" fmla="*/ 54648 h 5095933"/>
              <a:gd name="connsiteX45" fmla="*/ 12191696 w 12192418"/>
              <a:gd name="connsiteY45" fmla="*/ 2452 h 5095933"/>
              <a:gd name="connsiteX46" fmla="*/ 12191696 w 12192418"/>
              <a:gd name="connsiteY46" fmla="*/ 2109542 h 5095933"/>
              <a:gd name="connsiteX47" fmla="*/ 12191999 w 12192418"/>
              <a:gd name="connsiteY47" fmla="*/ 2109542 h 5095933"/>
              <a:gd name="connsiteX48" fmla="*/ 12191999 w 12192418"/>
              <a:gd name="connsiteY48" fmla="*/ 2802467 h 5095933"/>
              <a:gd name="connsiteX49" fmla="*/ 12192418 w 12192418"/>
              <a:gd name="connsiteY49" fmla="*/ 2802467 h 5095933"/>
              <a:gd name="connsiteX50" fmla="*/ 12192418 w 12192418"/>
              <a:gd name="connsiteY50" fmla="*/ 5095933 h 5095933"/>
              <a:gd name="connsiteX51" fmla="*/ 1 w 12192418"/>
              <a:gd name="connsiteY51" fmla="*/ 5095933 h 5095933"/>
              <a:gd name="connsiteX52" fmla="*/ 1 w 12192418"/>
              <a:gd name="connsiteY52" fmla="*/ 4074529 h 5095933"/>
              <a:gd name="connsiteX53" fmla="*/ 0 w 12192418"/>
              <a:gd name="connsiteY53" fmla="*/ 4074529 h 5095933"/>
              <a:gd name="connsiteX54" fmla="*/ 0 w 12192418"/>
              <a:gd name="connsiteY54" fmla="*/ 2109542 h 5095933"/>
              <a:gd name="connsiteX55" fmla="*/ 1 w 12192418"/>
              <a:gd name="connsiteY55" fmla="*/ 2109542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12192418" h="5095933">
                <a:moveTo>
                  <a:pt x="1" y="0"/>
                </a:moveTo>
                <a:lnTo>
                  <a:pt x="71932" y="12261"/>
                </a:lnTo>
                <a:lnTo>
                  <a:pt x="282849" y="48343"/>
                </a:lnTo>
                <a:lnTo>
                  <a:pt x="436464" y="73565"/>
                </a:lnTo>
                <a:lnTo>
                  <a:pt x="619339" y="100188"/>
                </a:lnTo>
                <a:lnTo>
                  <a:pt x="836351" y="132066"/>
                </a:lnTo>
                <a:lnTo>
                  <a:pt x="1076528" y="165696"/>
                </a:lnTo>
                <a:lnTo>
                  <a:pt x="1347184" y="201077"/>
                </a:lnTo>
                <a:lnTo>
                  <a:pt x="1642223" y="238560"/>
                </a:lnTo>
                <a:lnTo>
                  <a:pt x="1962864" y="276043"/>
                </a:lnTo>
                <a:lnTo>
                  <a:pt x="2304232" y="314227"/>
                </a:lnTo>
                <a:lnTo>
                  <a:pt x="2672421" y="349608"/>
                </a:lnTo>
                <a:lnTo>
                  <a:pt x="3057678" y="383588"/>
                </a:lnTo>
                <a:lnTo>
                  <a:pt x="3464881" y="414415"/>
                </a:lnTo>
                <a:lnTo>
                  <a:pt x="3889152" y="443841"/>
                </a:lnTo>
                <a:lnTo>
                  <a:pt x="4331710" y="471515"/>
                </a:lnTo>
                <a:lnTo>
                  <a:pt x="4558476" y="481324"/>
                </a:lnTo>
                <a:lnTo>
                  <a:pt x="4790118" y="492183"/>
                </a:lnTo>
                <a:lnTo>
                  <a:pt x="5025418" y="502342"/>
                </a:lnTo>
                <a:lnTo>
                  <a:pt x="5261937" y="508998"/>
                </a:lnTo>
                <a:lnTo>
                  <a:pt x="5503332" y="514953"/>
                </a:lnTo>
                <a:lnTo>
                  <a:pt x="5747167" y="521259"/>
                </a:lnTo>
                <a:lnTo>
                  <a:pt x="5995877" y="525463"/>
                </a:lnTo>
                <a:lnTo>
                  <a:pt x="6247026" y="525463"/>
                </a:lnTo>
                <a:lnTo>
                  <a:pt x="6500613" y="527565"/>
                </a:lnTo>
                <a:lnTo>
                  <a:pt x="6756639" y="525463"/>
                </a:lnTo>
                <a:lnTo>
                  <a:pt x="7016322" y="521259"/>
                </a:lnTo>
                <a:lnTo>
                  <a:pt x="7276005" y="517406"/>
                </a:lnTo>
                <a:lnTo>
                  <a:pt x="7539345" y="508998"/>
                </a:lnTo>
                <a:lnTo>
                  <a:pt x="7805124" y="500241"/>
                </a:lnTo>
                <a:lnTo>
                  <a:pt x="8070903" y="490082"/>
                </a:lnTo>
                <a:lnTo>
                  <a:pt x="8339121" y="475719"/>
                </a:lnTo>
                <a:lnTo>
                  <a:pt x="8609776" y="458554"/>
                </a:lnTo>
                <a:lnTo>
                  <a:pt x="8881651" y="442089"/>
                </a:lnTo>
                <a:lnTo>
                  <a:pt x="9153526" y="421071"/>
                </a:lnTo>
                <a:lnTo>
                  <a:pt x="9429058" y="395849"/>
                </a:lnTo>
                <a:lnTo>
                  <a:pt x="9700933" y="370626"/>
                </a:lnTo>
                <a:lnTo>
                  <a:pt x="9977684" y="341551"/>
                </a:lnTo>
                <a:lnTo>
                  <a:pt x="10255655" y="309673"/>
                </a:lnTo>
                <a:lnTo>
                  <a:pt x="10529968" y="276043"/>
                </a:lnTo>
                <a:lnTo>
                  <a:pt x="10807939" y="236809"/>
                </a:lnTo>
                <a:lnTo>
                  <a:pt x="11084690" y="194772"/>
                </a:lnTo>
                <a:lnTo>
                  <a:pt x="11362661" y="153085"/>
                </a:lnTo>
                <a:lnTo>
                  <a:pt x="11639412" y="104392"/>
                </a:lnTo>
                <a:lnTo>
                  <a:pt x="11914945" y="54648"/>
                </a:lnTo>
                <a:lnTo>
                  <a:pt x="12191696" y="2452"/>
                </a:lnTo>
                <a:lnTo>
                  <a:pt x="12191696" y="2109542"/>
                </a:lnTo>
                <a:lnTo>
                  <a:pt x="12191999" y="2109542"/>
                </a:lnTo>
                <a:lnTo>
                  <a:pt x="12191999" y="2802467"/>
                </a:lnTo>
                <a:lnTo>
                  <a:pt x="12192418" y="2802467"/>
                </a:lnTo>
                <a:lnTo>
                  <a:pt x="12192418" y="5095933"/>
                </a:lnTo>
                <a:lnTo>
                  <a:pt x="1" y="5095933"/>
                </a:lnTo>
                <a:lnTo>
                  <a:pt x="1" y="4074529"/>
                </a:lnTo>
                <a:lnTo>
                  <a:pt x="0" y="4074529"/>
                </a:lnTo>
                <a:lnTo>
                  <a:pt x="0" y="2109542"/>
                </a:lnTo>
                <a:lnTo>
                  <a:pt x="1" y="210954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64EF4AF-183E-040C-E65D-AA5DC0C84D0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80128577"/>
              </p:ext>
            </p:extLst>
          </p:nvPr>
        </p:nvGraphicFramePr>
        <p:xfrm>
          <a:off x="486697" y="2810256"/>
          <a:ext cx="8171528" cy="340427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47AEA421-5F29-4BA7-9360-2501B59879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Freeform 7">
            <a:extLst>
              <a:ext uri="{FF2B5EF4-FFF2-40B4-BE49-F238E27FC236}">
                <a16:creationId xmlns:a16="http://schemas.microsoft.com/office/drawing/2014/main" id="{9348F0CB-4904-4DEF-BDD4-ADEC2DCCCB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39954" y="1460230"/>
            <a:ext cx="2604045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6697" y="629267"/>
            <a:ext cx="6939116" cy="1016654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300">
                <a:solidFill>
                  <a:srgbClr val="EBEBEB"/>
                </a:solidFill>
              </a:rPr>
              <a:t>File System &amp; Directory Structure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583E1B8-79B3-49BB-8704-58E4AB1AF2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7BB34D5F-2B87-438E-8236-69C6068D47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762067"/>
            <a:ext cx="9144312" cy="5095933"/>
          </a:xfrm>
          <a:custGeom>
            <a:avLst/>
            <a:gdLst>
              <a:gd name="connsiteX0" fmla="*/ 1 w 12192418"/>
              <a:gd name="connsiteY0" fmla="*/ 0 h 5095933"/>
              <a:gd name="connsiteX1" fmla="*/ 71932 w 12192418"/>
              <a:gd name="connsiteY1" fmla="*/ 12261 h 5095933"/>
              <a:gd name="connsiteX2" fmla="*/ 282849 w 12192418"/>
              <a:gd name="connsiteY2" fmla="*/ 48343 h 5095933"/>
              <a:gd name="connsiteX3" fmla="*/ 436464 w 12192418"/>
              <a:gd name="connsiteY3" fmla="*/ 73565 h 5095933"/>
              <a:gd name="connsiteX4" fmla="*/ 619339 w 12192418"/>
              <a:gd name="connsiteY4" fmla="*/ 100188 h 5095933"/>
              <a:gd name="connsiteX5" fmla="*/ 836351 w 12192418"/>
              <a:gd name="connsiteY5" fmla="*/ 132066 h 5095933"/>
              <a:gd name="connsiteX6" fmla="*/ 1076528 w 12192418"/>
              <a:gd name="connsiteY6" fmla="*/ 165696 h 5095933"/>
              <a:gd name="connsiteX7" fmla="*/ 1347184 w 12192418"/>
              <a:gd name="connsiteY7" fmla="*/ 201077 h 5095933"/>
              <a:gd name="connsiteX8" fmla="*/ 1642223 w 12192418"/>
              <a:gd name="connsiteY8" fmla="*/ 238560 h 5095933"/>
              <a:gd name="connsiteX9" fmla="*/ 1962864 w 12192418"/>
              <a:gd name="connsiteY9" fmla="*/ 276043 h 5095933"/>
              <a:gd name="connsiteX10" fmla="*/ 2304232 w 12192418"/>
              <a:gd name="connsiteY10" fmla="*/ 314227 h 5095933"/>
              <a:gd name="connsiteX11" fmla="*/ 2672421 w 12192418"/>
              <a:gd name="connsiteY11" fmla="*/ 349608 h 5095933"/>
              <a:gd name="connsiteX12" fmla="*/ 3057678 w 12192418"/>
              <a:gd name="connsiteY12" fmla="*/ 383588 h 5095933"/>
              <a:gd name="connsiteX13" fmla="*/ 3464881 w 12192418"/>
              <a:gd name="connsiteY13" fmla="*/ 414415 h 5095933"/>
              <a:gd name="connsiteX14" fmla="*/ 3889152 w 12192418"/>
              <a:gd name="connsiteY14" fmla="*/ 443841 h 5095933"/>
              <a:gd name="connsiteX15" fmla="*/ 4331710 w 12192418"/>
              <a:gd name="connsiteY15" fmla="*/ 471515 h 5095933"/>
              <a:gd name="connsiteX16" fmla="*/ 4558476 w 12192418"/>
              <a:gd name="connsiteY16" fmla="*/ 481324 h 5095933"/>
              <a:gd name="connsiteX17" fmla="*/ 4790118 w 12192418"/>
              <a:gd name="connsiteY17" fmla="*/ 492183 h 5095933"/>
              <a:gd name="connsiteX18" fmla="*/ 5025418 w 12192418"/>
              <a:gd name="connsiteY18" fmla="*/ 502342 h 5095933"/>
              <a:gd name="connsiteX19" fmla="*/ 5261937 w 12192418"/>
              <a:gd name="connsiteY19" fmla="*/ 508998 h 5095933"/>
              <a:gd name="connsiteX20" fmla="*/ 5503332 w 12192418"/>
              <a:gd name="connsiteY20" fmla="*/ 514953 h 5095933"/>
              <a:gd name="connsiteX21" fmla="*/ 5747167 w 12192418"/>
              <a:gd name="connsiteY21" fmla="*/ 521259 h 5095933"/>
              <a:gd name="connsiteX22" fmla="*/ 5995877 w 12192418"/>
              <a:gd name="connsiteY22" fmla="*/ 525463 h 5095933"/>
              <a:gd name="connsiteX23" fmla="*/ 6247026 w 12192418"/>
              <a:gd name="connsiteY23" fmla="*/ 525463 h 5095933"/>
              <a:gd name="connsiteX24" fmla="*/ 6500613 w 12192418"/>
              <a:gd name="connsiteY24" fmla="*/ 527565 h 5095933"/>
              <a:gd name="connsiteX25" fmla="*/ 6756639 w 12192418"/>
              <a:gd name="connsiteY25" fmla="*/ 525463 h 5095933"/>
              <a:gd name="connsiteX26" fmla="*/ 7016322 w 12192418"/>
              <a:gd name="connsiteY26" fmla="*/ 521259 h 5095933"/>
              <a:gd name="connsiteX27" fmla="*/ 7276005 w 12192418"/>
              <a:gd name="connsiteY27" fmla="*/ 517406 h 5095933"/>
              <a:gd name="connsiteX28" fmla="*/ 7539345 w 12192418"/>
              <a:gd name="connsiteY28" fmla="*/ 508998 h 5095933"/>
              <a:gd name="connsiteX29" fmla="*/ 7805124 w 12192418"/>
              <a:gd name="connsiteY29" fmla="*/ 500241 h 5095933"/>
              <a:gd name="connsiteX30" fmla="*/ 8070903 w 12192418"/>
              <a:gd name="connsiteY30" fmla="*/ 490082 h 5095933"/>
              <a:gd name="connsiteX31" fmla="*/ 8339121 w 12192418"/>
              <a:gd name="connsiteY31" fmla="*/ 475719 h 5095933"/>
              <a:gd name="connsiteX32" fmla="*/ 8609776 w 12192418"/>
              <a:gd name="connsiteY32" fmla="*/ 458554 h 5095933"/>
              <a:gd name="connsiteX33" fmla="*/ 8881651 w 12192418"/>
              <a:gd name="connsiteY33" fmla="*/ 442089 h 5095933"/>
              <a:gd name="connsiteX34" fmla="*/ 9153526 w 12192418"/>
              <a:gd name="connsiteY34" fmla="*/ 421071 h 5095933"/>
              <a:gd name="connsiteX35" fmla="*/ 9429058 w 12192418"/>
              <a:gd name="connsiteY35" fmla="*/ 395849 h 5095933"/>
              <a:gd name="connsiteX36" fmla="*/ 9700933 w 12192418"/>
              <a:gd name="connsiteY36" fmla="*/ 370626 h 5095933"/>
              <a:gd name="connsiteX37" fmla="*/ 9977684 w 12192418"/>
              <a:gd name="connsiteY37" fmla="*/ 341551 h 5095933"/>
              <a:gd name="connsiteX38" fmla="*/ 10255655 w 12192418"/>
              <a:gd name="connsiteY38" fmla="*/ 309673 h 5095933"/>
              <a:gd name="connsiteX39" fmla="*/ 10529968 w 12192418"/>
              <a:gd name="connsiteY39" fmla="*/ 276043 h 5095933"/>
              <a:gd name="connsiteX40" fmla="*/ 10807939 w 12192418"/>
              <a:gd name="connsiteY40" fmla="*/ 236809 h 5095933"/>
              <a:gd name="connsiteX41" fmla="*/ 11084690 w 12192418"/>
              <a:gd name="connsiteY41" fmla="*/ 194772 h 5095933"/>
              <a:gd name="connsiteX42" fmla="*/ 11362661 w 12192418"/>
              <a:gd name="connsiteY42" fmla="*/ 153085 h 5095933"/>
              <a:gd name="connsiteX43" fmla="*/ 11639412 w 12192418"/>
              <a:gd name="connsiteY43" fmla="*/ 104392 h 5095933"/>
              <a:gd name="connsiteX44" fmla="*/ 11914945 w 12192418"/>
              <a:gd name="connsiteY44" fmla="*/ 54648 h 5095933"/>
              <a:gd name="connsiteX45" fmla="*/ 12191696 w 12192418"/>
              <a:gd name="connsiteY45" fmla="*/ 2452 h 5095933"/>
              <a:gd name="connsiteX46" fmla="*/ 12191696 w 12192418"/>
              <a:gd name="connsiteY46" fmla="*/ 2109542 h 5095933"/>
              <a:gd name="connsiteX47" fmla="*/ 12191999 w 12192418"/>
              <a:gd name="connsiteY47" fmla="*/ 2109542 h 5095933"/>
              <a:gd name="connsiteX48" fmla="*/ 12191999 w 12192418"/>
              <a:gd name="connsiteY48" fmla="*/ 2802467 h 5095933"/>
              <a:gd name="connsiteX49" fmla="*/ 12192418 w 12192418"/>
              <a:gd name="connsiteY49" fmla="*/ 2802467 h 5095933"/>
              <a:gd name="connsiteX50" fmla="*/ 12192418 w 12192418"/>
              <a:gd name="connsiteY50" fmla="*/ 5095933 h 5095933"/>
              <a:gd name="connsiteX51" fmla="*/ 1 w 12192418"/>
              <a:gd name="connsiteY51" fmla="*/ 5095933 h 5095933"/>
              <a:gd name="connsiteX52" fmla="*/ 1 w 12192418"/>
              <a:gd name="connsiteY52" fmla="*/ 4074529 h 5095933"/>
              <a:gd name="connsiteX53" fmla="*/ 0 w 12192418"/>
              <a:gd name="connsiteY53" fmla="*/ 4074529 h 5095933"/>
              <a:gd name="connsiteX54" fmla="*/ 0 w 12192418"/>
              <a:gd name="connsiteY54" fmla="*/ 2109542 h 5095933"/>
              <a:gd name="connsiteX55" fmla="*/ 1 w 12192418"/>
              <a:gd name="connsiteY55" fmla="*/ 2109542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12192418" h="5095933">
                <a:moveTo>
                  <a:pt x="1" y="0"/>
                </a:moveTo>
                <a:lnTo>
                  <a:pt x="71932" y="12261"/>
                </a:lnTo>
                <a:lnTo>
                  <a:pt x="282849" y="48343"/>
                </a:lnTo>
                <a:lnTo>
                  <a:pt x="436464" y="73565"/>
                </a:lnTo>
                <a:lnTo>
                  <a:pt x="619339" y="100188"/>
                </a:lnTo>
                <a:lnTo>
                  <a:pt x="836351" y="132066"/>
                </a:lnTo>
                <a:lnTo>
                  <a:pt x="1076528" y="165696"/>
                </a:lnTo>
                <a:lnTo>
                  <a:pt x="1347184" y="201077"/>
                </a:lnTo>
                <a:lnTo>
                  <a:pt x="1642223" y="238560"/>
                </a:lnTo>
                <a:lnTo>
                  <a:pt x="1962864" y="276043"/>
                </a:lnTo>
                <a:lnTo>
                  <a:pt x="2304232" y="314227"/>
                </a:lnTo>
                <a:lnTo>
                  <a:pt x="2672421" y="349608"/>
                </a:lnTo>
                <a:lnTo>
                  <a:pt x="3057678" y="383588"/>
                </a:lnTo>
                <a:lnTo>
                  <a:pt x="3464881" y="414415"/>
                </a:lnTo>
                <a:lnTo>
                  <a:pt x="3889152" y="443841"/>
                </a:lnTo>
                <a:lnTo>
                  <a:pt x="4331710" y="471515"/>
                </a:lnTo>
                <a:lnTo>
                  <a:pt x="4558476" y="481324"/>
                </a:lnTo>
                <a:lnTo>
                  <a:pt x="4790118" y="492183"/>
                </a:lnTo>
                <a:lnTo>
                  <a:pt x="5025418" y="502342"/>
                </a:lnTo>
                <a:lnTo>
                  <a:pt x="5261937" y="508998"/>
                </a:lnTo>
                <a:lnTo>
                  <a:pt x="5503332" y="514953"/>
                </a:lnTo>
                <a:lnTo>
                  <a:pt x="5747167" y="521259"/>
                </a:lnTo>
                <a:lnTo>
                  <a:pt x="5995877" y="525463"/>
                </a:lnTo>
                <a:lnTo>
                  <a:pt x="6247026" y="525463"/>
                </a:lnTo>
                <a:lnTo>
                  <a:pt x="6500613" y="527565"/>
                </a:lnTo>
                <a:lnTo>
                  <a:pt x="6756639" y="525463"/>
                </a:lnTo>
                <a:lnTo>
                  <a:pt x="7016322" y="521259"/>
                </a:lnTo>
                <a:lnTo>
                  <a:pt x="7276005" y="517406"/>
                </a:lnTo>
                <a:lnTo>
                  <a:pt x="7539345" y="508998"/>
                </a:lnTo>
                <a:lnTo>
                  <a:pt x="7805124" y="500241"/>
                </a:lnTo>
                <a:lnTo>
                  <a:pt x="8070903" y="490082"/>
                </a:lnTo>
                <a:lnTo>
                  <a:pt x="8339121" y="475719"/>
                </a:lnTo>
                <a:lnTo>
                  <a:pt x="8609776" y="458554"/>
                </a:lnTo>
                <a:lnTo>
                  <a:pt x="8881651" y="442089"/>
                </a:lnTo>
                <a:lnTo>
                  <a:pt x="9153526" y="421071"/>
                </a:lnTo>
                <a:lnTo>
                  <a:pt x="9429058" y="395849"/>
                </a:lnTo>
                <a:lnTo>
                  <a:pt x="9700933" y="370626"/>
                </a:lnTo>
                <a:lnTo>
                  <a:pt x="9977684" y="341551"/>
                </a:lnTo>
                <a:lnTo>
                  <a:pt x="10255655" y="309673"/>
                </a:lnTo>
                <a:lnTo>
                  <a:pt x="10529968" y="276043"/>
                </a:lnTo>
                <a:lnTo>
                  <a:pt x="10807939" y="236809"/>
                </a:lnTo>
                <a:lnTo>
                  <a:pt x="11084690" y="194772"/>
                </a:lnTo>
                <a:lnTo>
                  <a:pt x="11362661" y="153085"/>
                </a:lnTo>
                <a:lnTo>
                  <a:pt x="11639412" y="104392"/>
                </a:lnTo>
                <a:lnTo>
                  <a:pt x="11914945" y="54648"/>
                </a:lnTo>
                <a:lnTo>
                  <a:pt x="12191696" y="2452"/>
                </a:lnTo>
                <a:lnTo>
                  <a:pt x="12191696" y="2109542"/>
                </a:lnTo>
                <a:lnTo>
                  <a:pt x="12191999" y="2109542"/>
                </a:lnTo>
                <a:lnTo>
                  <a:pt x="12191999" y="2802467"/>
                </a:lnTo>
                <a:lnTo>
                  <a:pt x="12192418" y="2802467"/>
                </a:lnTo>
                <a:lnTo>
                  <a:pt x="12192418" y="5095933"/>
                </a:lnTo>
                <a:lnTo>
                  <a:pt x="1" y="5095933"/>
                </a:lnTo>
                <a:lnTo>
                  <a:pt x="1" y="4074529"/>
                </a:lnTo>
                <a:lnTo>
                  <a:pt x="0" y="4074529"/>
                </a:lnTo>
                <a:lnTo>
                  <a:pt x="0" y="2109542"/>
                </a:lnTo>
                <a:lnTo>
                  <a:pt x="1" y="210954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21" name="Content Placeholder 2">
            <a:extLst>
              <a:ext uri="{FF2B5EF4-FFF2-40B4-BE49-F238E27FC236}">
                <a16:creationId xmlns:a16="http://schemas.microsoft.com/office/drawing/2014/main" id="{0E75AB48-96CE-DEFA-3B8D-4316BDC4253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06826600"/>
              </p:ext>
            </p:extLst>
          </p:nvPr>
        </p:nvGraphicFramePr>
        <p:xfrm>
          <a:off x="486697" y="2810256"/>
          <a:ext cx="8171528" cy="340427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BE6F9A3-300E-47F5-B41C-C8C5E758DE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720D8F9-A9EA-4BB9-56D8-435BFA6A53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6696" y="1063417"/>
            <a:ext cx="2629122" cy="4675396"/>
          </a:xfrm>
        </p:spPr>
        <p:txBody>
          <a:bodyPr anchor="ctr">
            <a:normAutofit/>
          </a:bodyPr>
          <a:lstStyle/>
          <a:p>
            <a:r>
              <a:rPr lang="en-US" sz="2900">
                <a:solidFill>
                  <a:srgbClr val="F2F2F2"/>
                </a:solidFill>
              </a:rPr>
              <a:t>Environment Variables - What and Why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1B4701B-39FE-43B8-86AA-D6B8789C22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79292" y="0"/>
            <a:ext cx="5664708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3" name="Rounded Rectangle 9">
            <a:extLst>
              <a:ext uri="{FF2B5EF4-FFF2-40B4-BE49-F238E27FC236}">
                <a16:creationId xmlns:a16="http://schemas.microsoft.com/office/drawing/2014/main" id="{E9A7EF13-49FA-4355-971A-34B065F350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42766" y="484632"/>
            <a:ext cx="4938073" cy="5739187"/>
          </a:xfrm>
          <a:prstGeom prst="roundRect">
            <a:avLst>
              <a:gd name="adj" fmla="val 0"/>
            </a:avLst>
          </a:prstGeom>
          <a:ln w="12700" cap="sq">
            <a:solidFill>
              <a:schemeClr val="bg1">
                <a:lumMod val="75000"/>
              </a:schemeClr>
            </a:solidFill>
            <a:miter lim="800000"/>
          </a:ln>
          <a:effectLst>
            <a:outerShdw blurRad="63500" dist="25400" dir="5400000" algn="tl" rotWithShape="0">
              <a:srgbClr val="000000">
                <a:alpha val="39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2CF3C3E-0F7B-4F0C-8EBD-BDD38E9C66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31836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AB53D1F-78A4-2D72-53D3-6C4ECDE1FFE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54533523"/>
              </p:ext>
            </p:extLst>
          </p:nvPr>
        </p:nvGraphicFramePr>
        <p:xfrm>
          <a:off x="4206478" y="965200"/>
          <a:ext cx="4211240" cy="47736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6289057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4E78424C-6FD0-41F8-9CAA-5DC19C4235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9144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1C35CF2-CE7D-17EF-ED2E-FC9C69C564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891" y="1447800"/>
            <a:ext cx="2331469" cy="4572000"/>
          </a:xfrm>
        </p:spPr>
        <p:txBody>
          <a:bodyPr anchor="ctr">
            <a:normAutofit/>
          </a:bodyPr>
          <a:lstStyle/>
          <a:p>
            <a:r>
              <a:rPr lang="en-US" sz="2800">
                <a:solidFill>
                  <a:srgbClr val="F2F2F2"/>
                </a:solidFill>
              </a:rPr>
              <a:t>Basic Networking Commands</a:t>
            </a:r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DD136760-57DC-4301-8BEA-B71AD2D139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20982" y="0"/>
            <a:ext cx="6023018" cy="6858000"/>
          </a:xfrm>
          <a:custGeom>
            <a:avLst/>
            <a:gdLst>
              <a:gd name="connsiteX0" fmla="*/ 1176 w 8030690"/>
              <a:gd name="connsiteY0" fmla="*/ 0 h 6858000"/>
              <a:gd name="connsiteX1" fmla="*/ 1344715 w 8030690"/>
              <a:gd name="connsiteY1" fmla="*/ 0 h 6858000"/>
              <a:gd name="connsiteX2" fmla="*/ 1344715 w 8030690"/>
              <a:gd name="connsiteY2" fmla="*/ 0 h 6858000"/>
              <a:gd name="connsiteX3" fmla="*/ 8030690 w 8030690"/>
              <a:gd name="connsiteY3" fmla="*/ 0 h 6858000"/>
              <a:gd name="connsiteX4" fmla="*/ 8030690 w 8030690"/>
              <a:gd name="connsiteY4" fmla="*/ 6858000 h 6858000"/>
              <a:gd name="connsiteX5" fmla="*/ 477746 w 8030690"/>
              <a:gd name="connsiteY5" fmla="*/ 6858000 h 6858000"/>
              <a:gd name="connsiteX6" fmla="*/ 477746 w 8030690"/>
              <a:gd name="connsiteY6" fmla="*/ 6858000 h 6858000"/>
              <a:gd name="connsiteX7" fmla="*/ 0 w 8030690"/>
              <a:gd name="connsiteY7" fmla="*/ 6858000 h 6858000"/>
              <a:gd name="connsiteX8" fmla="*/ 5883 w 8030690"/>
              <a:gd name="connsiteY8" fmla="*/ 6817538 h 6858000"/>
              <a:gd name="connsiteX9" fmla="*/ 23196 w 8030690"/>
              <a:gd name="connsiteY9" fmla="*/ 6698894 h 6858000"/>
              <a:gd name="connsiteX10" fmla="*/ 35298 w 8030690"/>
              <a:gd name="connsiteY10" fmla="*/ 6612483 h 6858000"/>
              <a:gd name="connsiteX11" fmla="*/ 48073 w 8030690"/>
              <a:gd name="connsiteY11" fmla="*/ 6509613 h 6858000"/>
              <a:gd name="connsiteX12" fmla="*/ 63369 w 8030690"/>
              <a:gd name="connsiteY12" fmla="*/ 6387541 h 6858000"/>
              <a:gd name="connsiteX13" fmla="*/ 79506 w 8030690"/>
              <a:gd name="connsiteY13" fmla="*/ 6252438 h 6858000"/>
              <a:gd name="connsiteX14" fmla="*/ 96483 w 8030690"/>
              <a:gd name="connsiteY14" fmla="*/ 6100191 h 6858000"/>
              <a:gd name="connsiteX15" fmla="*/ 114468 w 8030690"/>
              <a:gd name="connsiteY15" fmla="*/ 5934227 h 6858000"/>
              <a:gd name="connsiteX16" fmla="*/ 132454 w 8030690"/>
              <a:gd name="connsiteY16" fmla="*/ 5753862 h 6858000"/>
              <a:gd name="connsiteX17" fmla="*/ 150775 w 8030690"/>
              <a:gd name="connsiteY17" fmla="*/ 5561838 h 6858000"/>
              <a:gd name="connsiteX18" fmla="*/ 167752 w 8030690"/>
              <a:gd name="connsiteY18" fmla="*/ 5354726 h 6858000"/>
              <a:gd name="connsiteX19" fmla="*/ 184057 w 8030690"/>
              <a:gd name="connsiteY19" fmla="*/ 5138013 h 6858000"/>
              <a:gd name="connsiteX20" fmla="*/ 198849 w 8030690"/>
              <a:gd name="connsiteY20" fmla="*/ 4908956 h 6858000"/>
              <a:gd name="connsiteX21" fmla="*/ 212968 w 8030690"/>
              <a:gd name="connsiteY21" fmla="*/ 4670298 h 6858000"/>
              <a:gd name="connsiteX22" fmla="*/ 226248 w 8030690"/>
              <a:gd name="connsiteY22" fmla="*/ 4421352 h 6858000"/>
              <a:gd name="connsiteX23" fmla="*/ 230954 w 8030690"/>
              <a:gd name="connsiteY23" fmla="*/ 4293793 h 6858000"/>
              <a:gd name="connsiteX24" fmla="*/ 236165 w 8030690"/>
              <a:gd name="connsiteY24" fmla="*/ 4163491 h 6858000"/>
              <a:gd name="connsiteX25" fmla="*/ 241039 w 8030690"/>
              <a:gd name="connsiteY25" fmla="*/ 4031132 h 6858000"/>
              <a:gd name="connsiteX26" fmla="*/ 244233 w 8030690"/>
              <a:gd name="connsiteY26" fmla="*/ 3898087 h 6858000"/>
              <a:gd name="connsiteX27" fmla="*/ 247091 w 8030690"/>
              <a:gd name="connsiteY27" fmla="*/ 3762298 h 6858000"/>
              <a:gd name="connsiteX28" fmla="*/ 250116 w 8030690"/>
              <a:gd name="connsiteY28" fmla="*/ 3625138 h 6858000"/>
              <a:gd name="connsiteX29" fmla="*/ 252133 w 8030690"/>
              <a:gd name="connsiteY29" fmla="*/ 3485235 h 6858000"/>
              <a:gd name="connsiteX30" fmla="*/ 252133 w 8030690"/>
              <a:gd name="connsiteY30" fmla="*/ 3343960 h 6858000"/>
              <a:gd name="connsiteX31" fmla="*/ 253142 w 8030690"/>
              <a:gd name="connsiteY31" fmla="*/ 3201314 h 6858000"/>
              <a:gd name="connsiteX32" fmla="*/ 252133 w 8030690"/>
              <a:gd name="connsiteY32" fmla="*/ 3057296 h 6858000"/>
              <a:gd name="connsiteX33" fmla="*/ 250116 w 8030690"/>
              <a:gd name="connsiteY33" fmla="*/ 2911221 h 6858000"/>
              <a:gd name="connsiteX34" fmla="*/ 248267 w 8030690"/>
              <a:gd name="connsiteY34" fmla="*/ 2765145 h 6858000"/>
              <a:gd name="connsiteX35" fmla="*/ 244233 w 8030690"/>
              <a:gd name="connsiteY35" fmla="*/ 2617013 h 6858000"/>
              <a:gd name="connsiteX36" fmla="*/ 240031 w 8030690"/>
              <a:gd name="connsiteY36" fmla="*/ 2467508 h 6858000"/>
              <a:gd name="connsiteX37" fmla="*/ 235156 w 8030690"/>
              <a:gd name="connsiteY37" fmla="*/ 2318004 h 6858000"/>
              <a:gd name="connsiteX38" fmla="*/ 228265 w 8030690"/>
              <a:gd name="connsiteY38" fmla="*/ 2167128 h 6858000"/>
              <a:gd name="connsiteX39" fmla="*/ 220028 w 8030690"/>
              <a:gd name="connsiteY39" fmla="*/ 2014880 h 6858000"/>
              <a:gd name="connsiteX40" fmla="*/ 212128 w 8030690"/>
              <a:gd name="connsiteY40" fmla="*/ 1861947 h 6858000"/>
              <a:gd name="connsiteX41" fmla="*/ 202043 w 8030690"/>
              <a:gd name="connsiteY41" fmla="*/ 1709013 h 6858000"/>
              <a:gd name="connsiteX42" fmla="*/ 189940 w 8030690"/>
              <a:gd name="connsiteY42" fmla="*/ 1554023 h 6858000"/>
              <a:gd name="connsiteX43" fmla="*/ 177838 w 8030690"/>
              <a:gd name="connsiteY43" fmla="*/ 1401089 h 6858000"/>
              <a:gd name="connsiteX44" fmla="*/ 163886 w 8030690"/>
              <a:gd name="connsiteY44" fmla="*/ 1245413 h 6858000"/>
              <a:gd name="connsiteX45" fmla="*/ 148590 w 8030690"/>
              <a:gd name="connsiteY45" fmla="*/ 1089050 h 6858000"/>
              <a:gd name="connsiteX46" fmla="*/ 132454 w 8030690"/>
              <a:gd name="connsiteY46" fmla="*/ 934745 h 6858000"/>
              <a:gd name="connsiteX47" fmla="*/ 113628 w 8030690"/>
              <a:gd name="connsiteY47" fmla="*/ 778383 h 6858000"/>
              <a:gd name="connsiteX48" fmla="*/ 93457 w 8030690"/>
              <a:gd name="connsiteY48" fmla="*/ 622706 h 6858000"/>
              <a:gd name="connsiteX49" fmla="*/ 73454 w 8030690"/>
              <a:gd name="connsiteY49" fmla="*/ 466344 h 6858000"/>
              <a:gd name="connsiteX50" fmla="*/ 50090 w 8030690"/>
              <a:gd name="connsiteY50" fmla="*/ 310667 h 6858000"/>
              <a:gd name="connsiteX51" fmla="*/ 26222 w 8030690"/>
              <a:gd name="connsiteY51" fmla="*/ 15567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8030690" h="6858000">
                <a:moveTo>
                  <a:pt x="1176" y="0"/>
                </a:moveTo>
                <a:lnTo>
                  <a:pt x="1344715" y="0"/>
                </a:lnTo>
                <a:lnTo>
                  <a:pt x="1344715" y="0"/>
                </a:lnTo>
                <a:lnTo>
                  <a:pt x="8030690" y="0"/>
                </a:lnTo>
                <a:lnTo>
                  <a:pt x="8030690" y="6858000"/>
                </a:lnTo>
                <a:lnTo>
                  <a:pt x="477746" y="6858000"/>
                </a:lnTo>
                <a:lnTo>
                  <a:pt x="477746" y="6858000"/>
                </a:lnTo>
                <a:lnTo>
                  <a:pt x="0" y="6858000"/>
                </a:lnTo>
                <a:lnTo>
                  <a:pt x="5883" y="6817538"/>
                </a:lnTo>
                <a:lnTo>
                  <a:pt x="23196" y="6698894"/>
                </a:lnTo>
                <a:lnTo>
                  <a:pt x="35298" y="6612483"/>
                </a:lnTo>
                <a:lnTo>
                  <a:pt x="48073" y="6509613"/>
                </a:lnTo>
                <a:lnTo>
                  <a:pt x="63369" y="6387541"/>
                </a:lnTo>
                <a:lnTo>
                  <a:pt x="79506" y="6252438"/>
                </a:lnTo>
                <a:lnTo>
                  <a:pt x="96483" y="6100191"/>
                </a:lnTo>
                <a:lnTo>
                  <a:pt x="114468" y="5934227"/>
                </a:lnTo>
                <a:lnTo>
                  <a:pt x="132454" y="5753862"/>
                </a:lnTo>
                <a:lnTo>
                  <a:pt x="150775" y="5561838"/>
                </a:lnTo>
                <a:lnTo>
                  <a:pt x="167752" y="5354726"/>
                </a:lnTo>
                <a:lnTo>
                  <a:pt x="184057" y="5138013"/>
                </a:lnTo>
                <a:lnTo>
                  <a:pt x="198849" y="4908956"/>
                </a:lnTo>
                <a:lnTo>
                  <a:pt x="212968" y="4670298"/>
                </a:lnTo>
                <a:lnTo>
                  <a:pt x="226248" y="4421352"/>
                </a:lnTo>
                <a:lnTo>
                  <a:pt x="230954" y="4293793"/>
                </a:lnTo>
                <a:lnTo>
                  <a:pt x="236165" y="4163491"/>
                </a:lnTo>
                <a:lnTo>
                  <a:pt x="241039" y="4031132"/>
                </a:lnTo>
                <a:lnTo>
                  <a:pt x="244233" y="3898087"/>
                </a:lnTo>
                <a:lnTo>
                  <a:pt x="247091" y="3762298"/>
                </a:lnTo>
                <a:lnTo>
                  <a:pt x="250116" y="3625138"/>
                </a:lnTo>
                <a:lnTo>
                  <a:pt x="252133" y="3485235"/>
                </a:lnTo>
                <a:lnTo>
                  <a:pt x="252133" y="3343960"/>
                </a:lnTo>
                <a:lnTo>
                  <a:pt x="253142" y="3201314"/>
                </a:lnTo>
                <a:lnTo>
                  <a:pt x="252133" y="3057296"/>
                </a:lnTo>
                <a:lnTo>
                  <a:pt x="250116" y="2911221"/>
                </a:lnTo>
                <a:lnTo>
                  <a:pt x="248267" y="2765145"/>
                </a:lnTo>
                <a:lnTo>
                  <a:pt x="244233" y="2617013"/>
                </a:lnTo>
                <a:lnTo>
                  <a:pt x="240031" y="2467508"/>
                </a:lnTo>
                <a:lnTo>
                  <a:pt x="235156" y="2318004"/>
                </a:lnTo>
                <a:lnTo>
                  <a:pt x="228265" y="2167128"/>
                </a:lnTo>
                <a:lnTo>
                  <a:pt x="220028" y="2014880"/>
                </a:lnTo>
                <a:lnTo>
                  <a:pt x="212128" y="1861947"/>
                </a:lnTo>
                <a:lnTo>
                  <a:pt x="202043" y="1709013"/>
                </a:lnTo>
                <a:lnTo>
                  <a:pt x="189940" y="1554023"/>
                </a:lnTo>
                <a:lnTo>
                  <a:pt x="177838" y="1401089"/>
                </a:lnTo>
                <a:lnTo>
                  <a:pt x="163886" y="1245413"/>
                </a:lnTo>
                <a:lnTo>
                  <a:pt x="148590" y="1089050"/>
                </a:lnTo>
                <a:lnTo>
                  <a:pt x="132454" y="934745"/>
                </a:lnTo>
                <a:lnTo>
                  <a:pt x="113628" y="778383"/>
                </a:lnTo>
                <a:lnTo>
                  <a:pt x="93457" y="622706"/>
                </a:lnTo>
                <a:lnTo>
                  <a:pt x="73454" y="466344"/>
                </a:lnTo>
                <a:lnTo>
                  <a:pt x="50090" y="310667"/>
                </a:lnTo>
                <a:lnTo>
                  <a:pt x="26222" y="15567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5" name="Freeform 11">
            <a:extLst>
              <a:ext uri="{FF2B5EF4-FFF2-40B4-BE49-F238E27FC236}">
                <a16:creationId xmlns:a16="http://schemas.microsoft.com/office/drawing/2014/main" id="{BDC58DEA-1307-4F44-AD47-E613D8B76A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961082" y="-1"/>
            <a:ext cx="419604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99B912D-1E4B-42AF-A2BE-CFEFEC916E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27" name="Content Placeholder 2">
            <a:extLst>
              <a:ext uri="{FF2B5EF4-FFF2-40B4-BE49-F238E27FC236}">
                <a16:creationId xmlns:a16="http://schemas.microsoft.com/office/drawing/2014/main" id="{1B6AE5DA-E8B8-CCE7-355F-67FDD9584E4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42271772"/>
              </p:ext>
            </p:extLst>
          </p:nvPr>
        </p:nvGraphicFramePr>
        <p:xfrm>
          <a:off x="3786187" y="1447800"/>
          <a:ext cx="4872038" cy="457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3278151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7AEA421-5F29-4BA7-9360-2501B59879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7">
            <a:extLst>
              <a:ext uri="{FF2B5EF4-FFF2-40B4-BE49-F238E27FC236}">
                <a16:creationId xmlns:a16="http://schemas.microsoft.com/office/drawing/2014/main" id="{9348F0CB-4904-4DEF-BDD4-ADEC2DCCCB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39954" y="1460230"/>
            <a:ext cx="2604045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6697" y="629267"/>
            <a:ext cx="6939116" cy="1016654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EBEBEB"/>
                </a:solidFill>
              </a:rPr>
              <a:t>Summary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583E1B8-79B3-49BB-8704-58E4AB1AF2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7BB34D5F-2B87-438E-8236-69C6068D47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762067"/>
            <a:ext cx="9144312" cy="5095933"/>
          </a:xfrm>
          <a:custGeom>
            <a:avLst/>
            <a:gdLst>
              <a:gd name="connsiteX0" fmla="*/ 1 w 12192418"/>
              <a:gd name="connsiteY0" fmla="*/ 0 h 5095933"/>
              <a:gd name="connsiteX1" fmla="*/ 71932 w 12192418"/>
              <a:gd name="connsiteY1" fmla="*/ 12261 h 5095933"/>
              <a:gd name="connsiteX2" fmla="*/ 282849 w 12192418"/>
              <a:gd name="connsiteY2" fmla="*/ 48343 h 5095933"/>
              <a:gd name="connsiteX3" fmla="*/ 436464 w 12192418"/>
              <a:gd name="connsiteY3" fmla="*/ 73565 h 5095933"/>
              <a:gd name="connsiteX4" fmla="*/ 619339 w 12192418"/>
              <a:gd name="connsiteY4" fmla="*/ 100188 h 5095933"/>
              <a:gd name="connsiteX5" fmla="*/ 836351 w 12192418"/>
              <a:gd name="connsiteY5" fmla="*/ 132066 h 5095933"/>
              <a:gd name="connsiteX6" fmla="*/ 1076528 w 12192418"/>
              <a:gd name="connsiteY6" fmla="*/ 165696 h 5095933"/>
              <a:gd name="connsiteX7" fmla="*/ 1347184 w 12192418"/>
              <a:gd name="connsiteY7" fmla="*/ 201077 h 5095933"/>
              <a:gd name="connsiteX8" fmla="*/ 1642223 w 12192418"/>
              <a:gd name="connsiteY8" fmla="*/ 238560 h 5095933"/>
              <a:gd name="connsiteX9" fmla="*/ 1962864 w 12192418"/>
              <a:gd name="connsiteY9" fmla="*/ 276043 h 5095933"/>
              <a:gd name="connsiteX10" fmla="*/ 2304232 w 12192418"/>
              <a:gd name="connsiteY10" fmla="*/ 314227 h 5095933"/>
              <a:gd name="connsiteX11" fmla="*/ 2672421 w 12192418"/>
              <a:gd name="connsiteY11" fmla="*/ 349608 h 5095933"/>
              <a:gd name="connsiteX12" fmla="*/ 3057678 w 12192418"/>
              <a:gd name="connsiteY12" fmla="*/ 383588 h 5095933"/>
              <a:gd name="connsiteX13" fmla="*/ 3464881 w 12192418"/>
              <a:gd name="connsiteY13" fmla="*/ 414415 h 5095933"/>
              <a:gd name="connsiteX14" fmla="*/ 3889152 w 12192418"/>
              <a:gd name="connsiteY14" fmla="*/ 443841 h 5095933"/>
              <a:gd name="connsiteX15" fmla="*/ 4331710 w 12192418"/>
              <a:gd name="connsiteY15" fmla="*/ 471515 h 5095933"/>
              <a:gd name="connsiteX16" fmla="*/ 4558476 w 12192418"/>
              <a:gd name="connsiteY16" fmla="*/ 481324 h 5095933"/>
              <a:gd name="connsiteX17" fmla="*/ 4790118 w 12192418"/>
              <a:gd name="connsiteY17" fmla="*/ 492183 h 5095933"/>
              <a:gd name="connsiteX18" fmla="*/ 5025418 w 12192418"/>
              <a:gd name="connsiteY18" fmla="*/ 502342 h 5095933"/>
              <a:gd name="connsiteX19" fmla="*/ 5261937 w 12192418"/>
              <a:gd name="connsiteY19" fmla="*/ 508998 h 5095933"/>
              <a:gd name="connsiteX20" fmla="*/ 5503332 w 12192418"/>
              <a:gd name="connsiteY20" fmla="*/ 514953 h 5095933"/>
              <a:gd name="connsiteX21" fmla="*/ 5747167 w 12192418"/>
              <a:gd name="connsiteY21" fmla="*/ 521259 h 5095933"/>
              <a:gd name="connsiteX22" fmla="*/ 5995877 w 12192418"/>
              <a:gd name="connsiteY22" fmla="*/ 525463 h 5095933"/>
              <a:gd name="connsiteX23" fmla="*/ 6247026 w 12192418"/>
              <a:gd name="connsiteY23" fmla="*/ 525463 h 5095933"/>
              <a:gd name="connsiteX24" fmla="*/ 6500613 w 12192418"/>
              <a:gd name="connsiteY24" fmla="*/ 527565 h 5095933"/>
              <a:gd name="connsiteX25" fmla="*/ 6756639 w 12192418"/>
              <a:gd name="connsiteY25" fmla="*/ 525463 h 5095933"/>
              <a:gd name="connsiteX26" fmla="*/ 7016322 w 12192418"/>
              <a:gd name="connsiteY26" fmla="*/ 521259 h 5095933"/>
              <a:gd name="connsiteX27" fmla="*/ 7276005 w 12192418"/>
              <a:gd name="connsiteY27" fmla="*/ 517406 h 5095933"/>
              <a:gd name="connsiteX28" fmla="*/ 7539345 w 12192418"/>
              <a:gd name="connsiteY28" fmla="*/ 508998 h 5095933"/>
              <a:gd name="connsiteX29" fmla="*/ 7805124 w 12192418"/>
              <a:gd name="connsiteY29" fmla="*/ 500241 h 5095933"/>
              <a:gd name="connsiteX30" fmla="*/ 8070903 w 12192418"/>
              <a:gd name="connsiteY30" fmla="*/ 490082 h 5095933"/>
              <a:gd name="connsiteX31" fmla="*/ 8339121 w 12192418"/>
              <a:gd name="connsiteY31" fmla="*/ 475719 h 5095933"/>
              <a:gd name="connsiteX32" fmla="*/ 8609776 w 12192418"/>
              <a:gd name="connsiteY32" fmla="*/ 458554 h 5095933"/>
              <a:gd name="connsiteX33" fmla="*/ 8881651 w 12192418"/>
              <a:gd name="connsiteY33" fmla="*/ 442089 h 5095933"/>
              <a:gd name="connsiteX34" fmla="*/ 9153526 w 12192418"/>
              <a:gd name="connsiteY34" fmla="*/ 421071 h 5095933"/>
              <a:gd name="connsiteX35" fmla="*/ 9429058 w 12192418"/>
              <a:gd name="connsiteY35" fmla="*/ 395849 h 5095933"/>
              <a:gd name="connsiteX36" fmla="*/ 9700933 w 12192418"/>
              <a:gd name="connsiteY36" fmla="*/ 370626 h 5095933"/>
              <a:gd name="connsiteX37" fmla="*/ 9977684 w 12192418"/>
              <a:gd name="connsiteY37" fmla="*/ 341551 h 5095933"/>
              <a:gd name="connsiteX38" fmla="*/ 10255655 w 12192418"/>
              <a:gd name="connsiteY38" fmla="*/ 309673 h 5095933"/>
              <a:gd name="connsiteX39" fmla="*/ 10529968 w 12192418"/>
              <a:gd name="connsiteY39" fmla="*/ 276043 h 5095933"/>
              <a:gd name="connsiteX40" fmla="*/ 10807939 w 12192418"/>
              <a:gd name="connsiteY40" fmla="*/ 236809 h 5095933"/>
              <a:gd name="connsiteX41" fmla="*/ 11084690 w 12192418"/>
              <a:gd name="connsiteY41" fmla="*/ 194772 h 5095933"/>
              <a:gd name="connsiteX42" fmla="*/ 11362661 w 12192418"/>
              <a:gd name="connsiteY42" fmla="*/ 153085 h 5095933"/>
              <a:gd name="connsiteX43" fmla="*/ 11639412 w 12192418"/>
              <a:gd name="connsiteY43" fmla="*/ 104392 h 5095933"/>
              <a:gd name="connsiteX44" fmla="*/ 11914945 w 12192418"/>
              <a:gd name="connsiteY44" fmla="*/ 54648 h 5095933"/>
              <a:gd name="connsiteX45" fmla="*/ 12191696 w 12192418"/>
              <a:gd name="connsiteY45" fmla="*/ 2452 h 5095933"/>
              <a:gd name="connsiteX46" fmla="*/ 12191696 w 12192418"/>
              <a:gd name="connsiteY46" fmla="*/ 2109542 h 5095933"/>
              <a:gd name="connsiteX47" fmla="*/ 12191999 w 12192418"/>
              <a:gd name="connsiteY47" fmla="*/ 2109542 h 5095933"/>
              <a:gd name="connsiteX48" fmla="*/ 12191999 w 12192418"/>
              <a:gd name="connsiteY48" fmla="*/ 2802467 h 5095933"/>
              <a:gd name="connsiteX49" fmla="*/ 12192418 w 12192418"/>
              <a:gd name="connsiteY49" fmla="*/ 2802467 h 5095933"/>
              <a:gd name="connsiteX50" fmla="*/ 12192418 w 12192418"/>
              <a:gd name="connsiteY50" fmla="*/ 5095933 h 5095933"/>
              <a:gd name="connsiteX51" fmla="*/ 1 w 12192418"/>
              <a:gd name="connsiteY51" fmla="*/ 5095933 h 5095933"/>
              <a:gd name="connsiteX52" fmla="*/ 1 w 12192418"/>
              <a:gd name="connsiteY52" fmla="*/ 4074529 h 5095933"/>
              <a:gd name="connsiteX53" fmla="*/ 0 w 12192418"/>
              <a:gd name="connsiteY53" fmla="*/ 4074529 h 5095933"/>
              <a:gd name="connsiteX54" fmla="*/ 0 w 12192418"/>
              <a:gd name="connsiteY54" fmla="*/ 2109542 h 5095933"/>
              <a:gd name="connsiteX55" fmla="*/ 1 w 12192418"/>
              <a:gd name="connsiteY55" fmla="*/ 2109542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12192418" h="5095933">
                <a:moveTo>
                  <a:pt x="1" y="0"/>
                </a:moveTo>
                <a:lnTo>
                  <a:pt x="71932" y="12261"/>
                </a:lnTo>
                <a:lnTo>
                  <a:pt x="282849" y="48343"/>
                </a:lnTo>
                <a:lnTo>
                  <a:pt x="436464" y="73565"/>
                </a:lnTo>
                <a:lnTo>
                  <a:pt x="619339" y="100188"/>
                </a:lnTo>
                <a:lnTo>
                  <a:pt x="836351" y="132066"/>
                </a:lnTo>
                <a:lnTo>
                  <a:pt x="1076528" y="165696"/>
                </a:lnTo>
                <a:lnTo>
                  <a:pt x="1347184" y="201077"/>
                </a:lnTo>
                <a:lnTo>
                  <a:pt x="1642223" y="238560"/>
                </a:lnTo>
                <a:lnTo>
                  <a:pt x="1962864" y="276043"/>
                </a:lnTo>
                <a:lnTo>
                  <a:pt x="2304232" y="314227"/>
                </a:lnTo>
                <a:lnTo>
                  <a:pt x="2672421" y="349608"/>
                </a:lnTo>
                <a:lnTo>
                  <a:pt x="3057678" y="383588"/>
                </a:lnTo>
                <a:lnTo>
                  <a:pt x="3464881" y="414415"/>
                </a:lnTo>
                <a:lnTo>
                  <a:pt x="3889152" y="443841"/>
                </a:lnTo>
                <a:lnTo>
                  <a:pt x="4331710" y="471515"/>
                </a:lnTo>
                <a:lnTo>
                  <a:pt x="4558476" y="481324"/>
                </a:lnTo>
                <a:lnTo>
                  <a:pt x="4790118" y="492183"/>
                </a:lnTo>
                <a:lnTo>
                  <a:pt x="5025418" y="502342"/>
                </a:lnTo>
                <a:lnTo>
                  <a:pt x="5261937" y="508998"/>
                </a:lnTo>
                <a:lnTo>
                  <a:pt x="5503332" y="514953"/>
                </a:lnTo>
                <a:lnTo>
                  <a:pt x="5747167" y="521259"/>
                </a:lnTo>
                <a:lnTo>
                  <a:pt x="5995877" y="525463"/>
                </a:lnTo>
                <a:lnTo>
                  <a:pt x="6247026" y="525463"/>
                </a:lnTo>
                <a:lnTo>
                  <a:pt x="6500613" y="527565"/>
                </a:lnTo>
                <a:lnTo>
                  <a:pt x="6756639" y="525463"/>
                </a:lnTo>
                <a:lnTo>
                  <a:pt x="7016322" y="521259"/>
                </a:lnTo>
                <a:lnTo>
                  <a:pt x="7276005" y="517406"/>
                </a:lnTo>
                <a:lnTo>
                  <a:pt x="7539345" y="508998"/>
                </a:lnTo>
                <a:lnTo>
                  <a:pt x="7805124" y="500241"/>
                </a:lnTo>
                <a:lnTo>
                  <a:pt x="8070903" y="490082"/>
                </a:lnTo>
                <a:lnTo>
                  <a:pt x="8339121" y="475719"/>
                </a:lnTo>
                <a:lnTo>
                  <a:pt x="8609776" y="458554"/>
                </a:lnTo>
                <a:lnTo>
                  <a:pt x="8881651" y="442089"/>
                </a:lnTo>
                <a:lnTo>
                  <a:pt x="9153526" y="421071"/>
                </a:lnTo>
                <a:lnTo>
                  <a:pt x="9429058" y="395849"/>
                </a:lnTo>
                <a:lnTo>
                  <a:pt x="9700933" y="370626"/>
                </a:lnTo>
                <a:lnTo>
                  <a:pt x="9977684" y="341551"/>
                </a:lnTo>
                <a:lnTo>
                  <a:pt x="10255655" y="309673"/>
                </a:lnTo>
                <a:lnTo>
                  <a:pt x="10529968" y="276043"/>
                </a:lnTo>
                <a:lnTo>
                  <a:pt x="10807939" y="236809"/>
                </a:lnTo>
                <a:lnTo>
                  <a:pt x="11084690" y="194772"/>
                </a:lnTo>
                <a:lnTo>
                  <a:pt x="11362661" y="153085"/>
                </a:lnTo>
                <a:lnTo>
                  <a:pt x="11639412" y="104392"/>
                </a:lnTo>
                <a:lnTo>
                  <a:pt x="11914945" y="54648"/>
                </a:lnTo>
                <a:lnTo>
                  <a:pt x="12191696" y="2452"/>
                </a:lnTo>
                <a:lnTo>
                  <a:pt x="12191696" y="2109542"/>
                </a:lnTo>
                <a:lnTo>
                  <a:pt x="12191999" y="2109542"/>
                </a:lnTo>
                <a:lnTo>
                  <a:pt x="12191999" y="2802467"/>
                </a:lnTo>
                <a:lnTo>
                  <a:pt x="12192418" y="2802467"/>
                </a:lnTo>
                <a:lnTo>
                  <a:pt x="12192418" y="5095933"/>
                </a:lnTo>
                <a:lnTo>
                  <a:pt x="1" y="5095933"/>
                </a:lnTo>
                <a:lnTo>
                  <a:pt x="1" y="4074529"/>
                </a:lnTo>
                <a:lnTo>
                  <a:pt x="0" y="4074529"/>
                </a:lnTo>
                <a:lnTo>
                  <a:pt x="0" y="2109542"/>
                </a:lnTo>
                <a:lnTo>
                  <a:pt x="1" y="210954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CA8251D-A819-D2C8-9C7B-373B708C12E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23459727"/>
              </p:ext>
            </p:extLst>
          </p:nvPr>
        </p:nvGraphicFramePr>
        <p:xfrm>
          <a:off x="486697" y="2476884"/>
          <a:ext cx="8171528" cy="340427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1FB1F08A-15D0-26FF-5849-A32A19934C13}"/>
              </a:ext>
            </a:extLst>
          </p:cNvPr>
          <p:cNvSpPr txBox="1"/>
          <p:nvPr/>
        </p:nvSpPr>
        <p:spPr>
          <a:xfrm>
            <a:off x="486697" y="5418275"/>
            <a:ext cx="584155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/>
              <a:t>Free Lab Setup:  </a:t>
            </a:r>
            <a:r>
              <a:rPr lang="en-US" sz="1600">
                <a:hlinkClick r:id="rId7"/>
              </a:rPr>
              <a:t>https://labex.io/</a:t>
            </a:r>
            <a:endParaRPr lang="en-US" sz="160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F9C9D"/>
      </a:accent5>
      <a:accent6>
        <a:srgbClr val="9E5E9B"/>
      </a:accent6>
      <a:hlink>
        <a:srgbClr val="58C1BA"/>
      </a:hlink>
      <a:folHlink>
        <a:srgbClr val="9DD0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Metadata/LabelInfo.xml><?xml version="1.0" encoding="utf-8"?>
<clbl:labelList xmlns:clbl="http://schemas.microsoft.com/office/2020/mipLabelMetadata">
  <clbl:label id="{eaa689b4-8f87-40e0-9c6f-7228de4d754a}" enabled="0" method="" siteId="{eaa689b4-8f87-40e0-9c6f-7228de4d754a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Application>Microsoft Office PowerPoint</Application>
  <PresentationFormat>On-screen Show (4:3)</PresentationFormat>
  <Slides>15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Ion</vt:lpstr>
      <vt:lpstr>Linux Fundamental Training</vt:lpstr>
      <vt:lpstr>Introduction to Linux</vt:lpstr>
      <vt:lpstr>PowerPoint Presentation</vt:lpstr>
      <vt:lpstr>Linux Architecture</vt:lpstr>
      <vt:lpstr>Linux Boot Process</vt:lpstr>
      <vt:lpstr>PowerPoint Presentation</vt:lpstr>
      <vt:lpstr>Basic Linux Commands</vt:lpstr>
      <vt:lpstr>File Viewing &amp; Filtering Commands</vt:lpstr>
      <vt:lpstr>File Search Utilities</vt:lpstr>
      <vt:lpstr>Archiving and Compression</vt:lpstr>
      <vt:lpstr>User and Group Management</vt:lpstr>
      <vt:lpstr>File System &amp; Directory Structure</vt:lpstr>
      <vt:lpstr>Environment Variables - What and Why</vt:lpstr>
      <vt:lpstr>Basic Networking Commands</vt:lpstr>
      <vt:lpstr>Summary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Mallangi, Govardhan</dc:creator>
  <cp:keywords/>
  <dc:description>generated using python-pptx</dc:description>
  <cp:revision>65</cp:revision>
  <dcterms:created xsi:type="dcterms:W3CDTF">2013-01-27T09:14:16Z</dcterms:created>
  <dcterms:modified xsi:type="dcterms:W3CDTF">2025-07-03T04:57:30Z</dcterms:modified>
  <cp:category/>
</cp:coreProperties>
</file>