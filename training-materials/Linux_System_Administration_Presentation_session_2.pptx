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8" r:id="rId3"/>
    <p:sldId id="264" r:id="rId4"/>
    <p:sldId id="265" r:id="rId5"/>
    <p:sldId id="259" r:id="rId6"/>
    <p:sldId id="268" r:id="rId7"/>
    <p:sldId id="270" r:id="rId8"/>
    <p:sldId id="266" r:id="rId9"/>
    <p:sldId id="260" r:id="rId10"/>
    <p:sldId id="262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75F620-0ABD-B185-A806-4B21ED71D50C}" v="1" dt="2025-07-03T07:37:07.1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langi, Govardhan" userId="ae9e11ea-c81b-448f-9e6b-213c80245156" providerId="ADAL" clId="{D4FBABDE-967A-4541-9B5A-31B0B35F27AF}"/>
    <pc:docChg chg="undo custSel addSld delSld modSld sldOrd">
      <pc:chgData name="Mallangi, Govardhan" userId="ae9e11ea-c81b-448f-9e6b-213c80245156" providerId="ADAL" clId="{D4FBABDE-967A-4541-9B5A-31B0B35F27AF}" dt="2025-03-21T08:41:26.419" v="484" actId="255"/>
      <pc:docMkLst>
        <pc:docMk/>
      </pc:docMkLst>
      <pc:sldChg chg="addSp delSp modSp mod setBg delAnim modAnim">
        <pc:chgData name="Mallangi, Govardhan" userId="ae9e11ea-c81b-448f-9e6b-213c80245156" providerId="ADAL" clId="{D4FBABDE-967A-4541-9B5A-31B0B35F27AF}" dt="2025-03-21T08:41:26.419" v="484" actId="255"/>
        <pc:sldMkLst>
          <pc:docMk/>
          <pc:sldMk cId="0" sldId="256"/>
        </pc:sldMkLst>
      </pc:sldChg>
      <pc:sldChg chg="del">
        <pc:chgData name="Mallangi, Govardhan" userId="ae9e11ea-c81b-448f-9e6b-213c80245156" providerId="ADAL" clId="{D4FBABDE-967A-4541-9B5A-31B0B35F27AF}" dt="2025-03-21T08:38:28.878" v="469" actId="2696"/>
        <pc:sldMkLst>
          <pc:docMk/>
          <pc:sldMk cId="0" sldId="257"/>
        </pc:sldMkLst>
      </pc:sldChg>
      <pc:sldChg chg="addSp delSp modSp mod setBg setClrOvrMap">
        <pc:chgData name="Mallangi, Govardhan" userId="ae9e11ea-c81b-448f-9e6b-213c80245156" providerId="ADAL" clId="{D4FBABDE-967A-4541-9B5A-31B0B35F27AF}" dt="2025-03-21T08:29:16.524" v="463" actId="26606"/>
        <pc:sldMkLst>
          <pc:docMk/>
          <pc:sldMk cId="0" sldId="258"/>
        </pc:sldMkLst>
      </pc:sldChg>
      <pc:sldChg chg="addSp delSp modSp mod setBg setClrOvrMap">
        <pc:chgData name="Mallangi, Govardhan" userId="ae9e11ea-c81b-448f-9e6b-213c80245156" providerId="ADAL" clId="{D4FBABDE-967A-4541-9B5A-31B0B35F27AF}" dt="2025-03-21T08:09:09.759" v="259" actId="113"/>
        <pc:sldMkLst>
          <pc:docMk/>
          <pc:sldMk cId="0" sldId="259"/>
        </pc:sldMkLst>
      </pc:sldChg>
      <pc:sldChg chg="addSp modSp mod setBg setClrOvrMap">
        <pc:chgData name="Mallangi, Govardhan" userId="ae9e11ea-c81b-448f-9e6b-213c80245156" providerId="ADAL" clId="{D4FBABDE-967A-4541-9B5A-31B0B35F27AF}" dt="2025-03-21T08:01:01.252" v="49" actId="26606"/>
        <pc:sldMkLst>
          <pc:docMk/>
          <pc:sldMk cId="0" sldId="260"/>
        </pc:sldMkLst>
      </pc:sldChg>
      <pc:sldChg chg="del">
        <pc:chgData name="Mallangi, Govardhan" userId="ae9e11ea-c81b-448f-9e6b-213c80245156" providerId="ADAL" clId="{D4FBABDE-967A-4541-9B5A-31B0B35F27AF}" dt="2025-03-21T08:28:50.872" v="462" actId="2696"/>
        <pc:sldMkLst>
          <pc:docMk/>
          <pc:sldMk cId="0" sldId="261"/>
        </pc:sldMkLst>
      </pc:sldChg>
      <pc:sldChg chg="addSp delSp modSp new mod setBg">
        <pc:chgData name="Mallangi, Govardhan" userId="ae9e11ea-c81b-448f-9e6b-213c80245156" providerId="ADAL" clId="{D4FBABDE-967A-4541-9B5A-31B0B35F27AF}" dt="2025-03-21T07:57:58.692" v="6" actId="26606"/>
        <pc:sldMkLst>
          <pc:docMk/>
          <pc:sldMk cId="3881380589" sldId="264"/>
        </pc:sldMkLst>
      </pc:sldChg>
      <pc:sldChg chg="addSp delSp modSp new mod ord setBg setClrOvrMap">
        <pc:chgData name="Mallangi, Govardhan" userId="ae9e11ea-c81b-448f-9e6b-213c80245156" providerId="ADAL" clId="{D4FBABDE-967A-4541-9B5A-31B0B35F27AF}" dt="2025-03-21T08:07:30.088" v="228" actId="26606"/>
        <pc:sldMkLst>
          <pc:docMk/>
          <pc:sldMk cId="860348512" sldId="265"/>
        </pc:sldMkLst>
      </pc:sldChg>
      <pc:sldChg chg="addSp delSp modSp new mod setBg setClrOvrMap">
        <pc:chgData name="Mallangi, Govardhan" userId="ae9e11ea-c81b-448f-9e6b-213c80245156" providerId="ADAL" clId="{D4FBABDE-967A-4541-9B5A-31B0B35F27AF}" dt="2025-03-21T08:16:53.588" v="313" actId="26606"/>
        <pc:sldMkLst>
          <pc:docMk/>
          <pc:sldMk cId="405919008" sldId="266"/>
        </pc:sldMkLst>
      </pc:sldChg>
      <pc:sldChg chg="addSp delSp modSp new del mod setBg setClrOvrMap">
        <pc:chgData name="Mallangi, Govardhan" userId="ae9e11ea-c81b-448f-9e6b-213c80245156" providerId="ADAL" clId="{D4FBABDE-967A-4541-9B5A-31B0B35F27AF}" dt="2025-03-21T08:25:43.743" v="417" actId="2696"/>
        <pc:sldMkLst>
          <pc:docMk/>
          <pc:sldMk cId="2132338256" sldId="267"/>
        </pc:sldMkLst>
      </pc:sldChg>
      <pc:sldChg chg="addSp delSp modSp new mod setBg setClrOvrMap">
        <pc:chgData name="Mallangi, Govardhan" userId="ae9e11ea-c81b-448f-9e6b-213c80245156" providerId="ADAL" clId="{D4FBABDE-967A-4541-9B5A-31B0B35F27AF}" dt="2025-03-21T08:27:02.519" v="459"/>
        <pc:sldMkLst>
          <pc:docMk/>
          <pc:sldMk cId="1403541972" sldId="268"/>
        </pc:sldMkLst>
      </pc:sldChg>
      <pc:sldChg chg="add del">
        <pc:chgData name="Mallangi, Govardhan" userId="ae9e11ea-c81b-448f-9e6b-213c80245156" providerId="ADAL" clId="{D4FBABDE-967A-4541-9B5A-31B0B35F27AF}" dt="2025-03-21T08:26:31.877" v="450" actId="2696"/>
        <pc:sldMkLst>
          <pc:docMk/>
          <pc:sldMk cId="3872829065" sldId="269"/>
        </pc:sldMkLst>
      </pc:sldChg>
      <pc:sldChg chg="addSp delSp modSp new mod setBg setClrOvrMap">
        <pc:chgData name="Mallangi, Govardhan" userId="ae9e11ea-c81b-448f-9e6b-213c80245156" providerId="ADAL" clId="{D4FBABDE-967A-4541-9B5A-31B0B35F27AF}" dt="2025-03-21T08:27:07.089" v="461" actId="108"/>
        <pc:sldMkLst>
          <pc:docMk/>
          <pc:sldMk cId="2402625291" sldId="270"/>
        </pc:sldMkLst>
      </pc:sldChg>
    </pc:docChg>
  </pc:docChgLst>
  <pc:docChgLst>
    <pc:chgData name="Vijay Kumar  C S" userId="S::vijaykumar.cs@optit.in::f05bc5c3-97c4-4ec9-b808-5c26e93c9d30" providerId="AD" clId="Web-{E275F620-0ABD-B185-A806-4B21ED71D50C}"/>
    <pc:docChg chg="modSld">
      <pc:chgData name="Vijay Kumar  C S" userId="S::vijaykumar.cs@optit.in::f05bc5c3-97c4-4ec9-b808-5c26e93c9d30" providerId="AD" clId="Web-{E275F620-0ABD-B185-A806-4B21ED71D50C}" dt="2025-07-03T07:37:07.100" v="0"/>
      <pc:docMkLst>
        <pc:docMk/>
      </pc:docMkLst>
      <pc:sldChg chg="modSp">
        <pc:chgData name="Vijay Kumar  C S" userId="S::vijaykumar.cs@optit.in::f05bc5c3-97c4-4ec9-b808-5c26e93c9d30" providerId="AD" clId="Web-{E275F620-0ABD-B185-A806-4B21ED71D50C}" dt="2025-07-03T07:37:07.100" v="0"/>
        <pc:sldMkLst>
          <pc:docMk/>
          <pc:sldMk cId="1403541972" sldId="268"/>
        </pc:sldMkLst>
        <pc:graphicFrameChg chg="mod modGraphic">
          <ac:chgData name="Vijay Kumar  C S" userId="S::vijaykumar.cs@optit.in::f05bc5c3-97c4-4ec9-b808-5c26e93c9d30" providerId="AD" clId="Web-{E275F620-0ABD-B185-A806-4B21ED71D50C}" dt="2025-07-03T07:37:07.100" v="0"/>
          <ac:graphicFrameMkLst>
            <pc:docMk/>
            <pc:sldMk cId="1403541972" sldId="268"/>
            <ac:graphicFrameMk id="4" creationId="{C984AB50-4C66-52EC-5034-D18EA8F6298F}"/>
          </ac:graphicFrameMkLst>
        </pc:graphicFrame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AEAD2A-CBFD-4215-85CE-EAB00CC51ACC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32249D3-98D6-473C-A034-F17EDA7725C7}">
      <dgm:prSet/>
      <dgm:spPr/>
      <dgm:t>
        <a:bodyPr/>
        <a:lstStyle/>
        <a:p>
          <a:r>
            <a:rPr lang="en-US"/>
            <a:t>• ps – View currently running processes</a:t>
          </a:r>
        </a:p>
      </dgm:t>
    </dgm:pt>
    <dgm:pt modelId="{FC030F82-781C-4815-8EB6-BEB184E751CC}" type="parTrans" cxnId="{5A00FA79-8BBE-4D51-A52A-DBA614940CD1}">
      <dgm:prSet/>
      <dgm:spPr/>
      <dgm:t>
        <a:bodyPr/>
        <a:lstStyle/>
        <a:p>
          <a:endParaRPr lang="en-US"/>
        </a:p>
      </dgm:t>
    </dgm:pt>
    <dgm:pt modelId="{EDB3DC39-6ADD-41C1-BFE6-826FE4C32E72}" type="sibTrans" cxnId="{5A00FA79-8BBE-4D51-A52A-DBA614940CD1}">
      <dgm:prSet/>
      <dgm:spPr/>
      <dgm:t>
        <a:bodyPr/>
        <a:lstStyle/>
        <a:p>
          <a:endParaRPr lang="en-US"/>
        </a:p>
      </dgm:t>
    </dgm:pt>
    <dgm:pt modelId="{AA997D10-B1B3-4F18-B088-E73B1E2E6D56}">
      <dgm:prSet/>
      <dgm:spPr/>
      <dgm:t>
        <a:bodyPr/>
        <a:lstStyle/>
        <a:p>
          <a:r>
            <a:rPr lang="en-US"/>
            <a:t>• top – Real-time view of active processes</a:t>
          </a:r>
        </a:p>
      </dgm:t>
    </dgm:pt>
    <dgm:pt modelId="{5E7E7260-8E2D-4C22-9BAB-8C8B77C8E90F}" type="parTrans" cxnId="{8F65904A-A216-4110-90A4-30DB97851725}">
      <dgm:prSet/>
      <dgm:spPr/>
      <dgm:t>
        <a:bodyPr/>
        <a:lstStyle/>
        <a:p>
          <a:endParaRPr lang="en-US"/>
        </a:p>
      </dgm:t>
    </dgm:pt>
    <dgm:pt modelId="{F567457E-48E3-40DA-BE4F-969589F1E320}" type="sibTrans" cxnId="{8F65904A-A216-4110-90A4-30DB97851725}">
      <dgm:prSet/>
      <dgm:spPr/>
      <dgm:t>
        <a:bodyPr/>
        <a:lstStyle/>
        <a:p>
          <a:endParaRPr lang="en-US"/>
        </a:p>
      </dgm:t>
    </dgm:pt>
    <dgm:pt modelId="{331E9983-0910-4F53-9576-6D9768013D94}">
      <dgm:prSet/>
      <dgm:spPr/>
      <dgm:t>
        <a:bodyPr/>
        <a:lstStyle/>
        <a:p>
          <a:r>
            <a:rPr lang="en-US"/>
            <a:t>• kill PID – Terminate a process by PID</a:t>
          </a:r>
        </a:p>
      </dgm:t>
    </dgm:pt>
    <dgm:pt modelId="{901EFA83-7D26-48B0-AF6E-9019FCE9FC14}" type="parTrans" cxnId="{332B7A8E-094E-4F9C-A4F4-A050BB663B50}">
      <dgm:prSet/>
      <dgm:spPr/>
      <dgm:t>
        <a:bodyPr/>
        <a:lstStyle/>
        <a:p>
          <a:endParaRPr lang="en-US"/>
        </a:p>
      </dgm:t>
    </dgm:pt>
    <dgm:pt modelId="{9CFABC01-89DB-4826-9B56-6EFF8DF844BF}" type="sibTrans" cxnId="{332B7A8E-094E-4F9C-A4F4-A050BB663B50}">
      <dgm:prSet/>
      <dgm:spPr/>
      <dgm:t>
        <a:bodyPr/>
        <a:lstStyle/>
        <a:p>
          <a:endParaRPr lang="en-US"/>
        </a:p>
      </dgm:t>
    </dgm:pt>
    <dgm:pt modelId="{B3F3BC98-14D7-4D62-9F7C-69BE0E40D152}">
      <dgm:prSet/>
      <dgm:spPr/>
      <dgm:t>
        <a:bodyPr/>
        <a:lstStyle/>
        <a:p>
          <a:r>
            <a:rPr lang="en-US"/>
            <a:t>• pkill processname – Terminate by process name</a:t>
          </a:r>
        </a:p>
      </dgm:t>
    </dgm:pt>
    <dgm:pt modelId="{1BA1E254-5EDA-48EC-AE33-C213F7123248}" type="parTrans" cxnId="{34CCDE97-72C1-40D9-8214-5465923CA68D}">
      <dgm:prSet/>
      <dgm:spPr/>
      <dgm:t>
        <a:bodyPr/>
        <a:lstStyle/>
        <a:p>
          <a:endParaRPr lang="en-US"/>
        </a:p>
      </dgm:t>
    </dgm:pt>
    <dgm:pt modelId="{0216F932-6181-4B12-8385-24E14530101E}" type="sibTrans" cxnId="{34CCDE97-72C1-40D9-8214-5465923CA68D}">
      <dgm:prSet/>
      <dgm:spPr/>
      <dgm:t>
        <a:bodyPr/>
        <a:lstStyle/>
        <a:p>
          <a:endParaRPr lang="en-US"/>
        </a:p>
      </dgm:t>
    </dgm:pt>
    <dgm:pt modelId="{A8F9F8F1-55D3-41F4-A8C1-B7EE4ABA31DB}">
      <dgm:prSet/>
      <dgm:spPr/>
      <dgm:t>
        <a:bodyPr/>
        <a:lstStyle/>
        <a:p>
          <a:r>
            <a:rPr lang="en-US"/>
            <a:t>• nice/renice – Adjust process priority</a:t>
          </a:r>
        </a:p>
      </dgm:t>
    </dgm:pt>
    <dgm:pt modelId="{5BFD1192-6871-444C-BA68-B0CD3BF46161}" type="parTrans" cxnId="{0828B47A-E87A-43EC-877A-39679D76310D}">
      <dgm:prSet/>
      <dgm:spPr/>
      <dgm:t>
        <a:bodyPr/>
        <a:lstStyle/>
        <a:p>
          <a:endParaRPr lang="en-US"/>
        </a:p>
      </dgm:t>
    </dgm:pt>
    <dgm:pt modelId="{E234F9A9-FA26-4CBC-A439-ADF55EB9FFDD}" type="sibTrans" cxnId="{0828B47A-E87A-43EC-877A-39679D76310D}">
      <dgm:prSet/>
      <dgm:spPr/>
      <dgm:t>
        <a:bodyPr/>
        <a:lstStyle/>
        <a:p>
          <a:endParaRPr lang="en-US"/>
        </a:p>
      </dgm:t>
    </dgm:pt>
    <dgm:pt modelId="{D9F2189B-65B4-4E49-B9F1-3F7D4EC8507A}">
      <dgm:prSet/>
      <dgm:spPr/>
      <dgm:t>
        <a:bodyPr/>
        <a:lstStyle/>
        <a:p>
          <a:r>
            <a:rPr lang="en-US"/>
            <a:t>• iostat – Report CPU and I/O statistics (from sysstat package)</a:t>
          </a:r>
        </a:p>
      </dgm:t>
    </dgm:pt>
    <dgm:pt modelId="{F14B0786-097B-49DE-BCC0-9AA6766ED762}" type="parTrans" cxnId="{E9D584C7-0F69-4C53-A614-4F92ABF1E9B0}">
      <dgm:prSet/>
      <dgm:spPr/>
      <dgm:t>
        <a:bodyPr/>
        <a:lstStyle/>
        <a:p>
          <a:endParaRPr lang="en-US"/>
        </a:p>
      </dgm:t>
    </dgm:pt>
    <dgm:pt modelId="{0E794FEE-CA63-4C5D-B628-356059F96423}" type="sibTrans" cxnId="{E9D584C7-0F69-4C53-A614-4F92ABF1E9B0}">
      <dgm:prSet/>
      <dgm:spPr/>
      <dgm:t>
        <a:bodyPr/>
        <a:lstStyle/>
        <a:p>
          <a:endParaRPr lang="en-US"/>
        </a:p>
      </dgm:t>
    </dgm:pt>
    <dgm:pt modelId="{37F9C955-8828-442E-B2BE-93D19C0645F0}">
      <dgm:prSet/>
      <dgm:spPr/>
      <dgm:t>
        <a:bodyPr/>
        <a:lstStyle/>
        <a:p>
          <a:r>
            <a:rPr lang="en-US"/>
            <a:t>• sar – Collect and display performance data (also part of sysstat)</a:t>
          </a:r>
        </a:p>
      </dgm:t>
    </dgm:pt>
    <dgm:pt modelId="{F8200526-813B-4E88-84C8-76A98A9664E9}" type="parTrans" cxnId="{9F84E330-66B3-4CAD-9F65-D526C1704659}">
      <dgm:prSet/>
      <dgm:spPr/>
      <dgm:t>
        <a:bodyPr/>
        <a:lstStyle/>
        <a:p>
          <a:endParaRPr lang="en-US"/>
        </a:p>
      </dgm:t>
    </dgm:pt>
    <dgm:pt modelId="{197D71FE-38BA-4E9C-8D8B-56E92026A04C}" type="sibTrans" cxnId="{9F84E330-66B3-4CAD-9F65-D526C1704659}">
      <dgm:prSet/>
      <dgm:spPr/>
      <dgm:t>
        <a:bodyPr/>
        <a:lstStyle/>
        <a:p>
          <a:endParaRPr lang="en-US"/>
        </a:p>
      </dgm:t>
    </dgm:pt>
    <dgm:pt modelId="{C96E5838-C2C8-434E-9F4D-E630F6A18734}">
      <dgm:prSet/>
      <dgm:spPr/>
      <dgm:t>
        <a:bodyPr/>
        <a:lstStyle/>
        <a:p>
          <a:r>
            <a:rPr lang="en-US"/>
            <a:t>• uptime – Show system load averages and uptime</a:t>
          </a:r>
        </a:p>
      </dgm:t>
    </dgm:pt>
    <dgm:pt modelId="{C900CC68-413F-4F17-BCE1-B02431499CF8}" type="parTrans" cxnId="{941F1010-4292-466A-AD3F-5AABF2BD8685}">
      <dgm:prSet/>
      <dgm:spPr/>
      <dgm:t>
        <a:bodyPr/>
        <a:lstStyle/>
        <a:p>
          <a:endParaRPr lang="en-US"/>
        </a:p>
      </dgm:t>
    </dgm:pt>
    <dgm:pt modelId="{385B5919-CC7B-40A4-8AFA-27D85390D9C8}" type="sibTrans" cxnId="{941F1010-4292-466A-AD3F-5AABF2BD8685}">
      <dgm:prSet/>
      <dgm:spPr/>
      <dgm:t>
        <a:bodyPr/>
        <a:lstStyle/>
        <a:p>
          <a:endParaRPr lang="en-US"/>
        </a:p>
      </dgm:t>
    </dgm:pt>
    <dgm:pt modelId="{CC55DA07-7AD3-41D2-8C22-D6E3289F09E4}" type="pres">
      <dgm:prSet presAssocID="{81AEAD2A-CBFD-4215-85CE-EAB00CC51ACC}" presName="diagram" presStyleCnt="0">
        <dgm:presLayoutVars>
          <dgm:dir/>
          <dgm:resizeHandles val="exact"/>
        </dgm:presLayoutVars>
      </dgm:prSet>
      <dgm:spPr/>
    </dgm:pt>
    <dgm:pt modelId="{8AF0831C-A3EA-4307-9C9C-90EC0F84D95C}" type="pres">
      <dgm:prSet presAssocID="{F32249D3-98D6-473C-A034-F17EDA7725C7}" presName="node" presStyleLbl="node1" presStyleIdx="0" presStyleCnt="8">
        <dgm:presLayoutVars>
          <dgm:bulletEnabled val="1"/>
        </dgm:presLayoutVars>
      </dgm:prSet>
      <dgm:spPr/>
    </dgm:pt>
    <dgm:pt modelId="{C148919B-3F3D-4AC2-9C64-D020456A2A3A}" type="pres">
      <dgm:prSet presAssocID="{EDB3DC39-6ADD-41C1-BFE6-826FE4C32E72}" presName="sibTrans" presStyleCnt="0"/>
      <dgm:spPr/>
    </dgm:pt>
    <dgm:pt modelId="{4EF279FD-D3EE-4A94-A8F2-0F6732658298}" type="pres">
      <dgm:prSet presAssocID="{AA997D10-B1B3-4F18-B088-E73B1E2E6D56}" presName="node" presStyleLbl="node1" presStyleIdx="1" presStyleCnt="8">
        <dgm:presLayoutVars>
          <dgm:bulletEnabled val="1"/>
        </dgm:presLayoutVars>
      </dgm:prSet>
      <dgm:spPr/>
    </dgm:pt>
    <dgm:pt modelId="{C049886C-C560-4037-B721-17ACA5E57429}" type="pres">
      <dgm:prSet presAssocID="{F567457E-48E3-40DA-BE4F-969589F1E320}" presName="sibTrans" presStyleCnt="0"/>
      <dgm:spPr/>
    </dgm:pt>
    <dgm:pt modelId="{37562D11-0CEB-4691-A9E0-8ADC8BD606F6}" type="pres">
      <dgm:prSet presAssocID="{331E9983-0910-4F53-9576-6D9768013D94}" presName="node" presStyleLbl="node1" presStyleIdx="2" presStyleCnt="8">
        <dgm:presLayoutVars>
          <dgm:bulletEnabled val="1"/>
        </dgm:presLayoutVars>
      </dgm:prSet>
      <dgm:spPr/>
    </dgm:pt>
    <dgm:pt modelId="{33314551-46F1-4A55-9766-BCB3C8AD6951}" type="pres">
      <dgm:prSet presAssocID="{9CFABC01-89DB-4826-9B56-6EFF8DF844BF}" presName="sibTrans" presStyleCnt="0"/>
      <dgm:spPr/>
    </dgm:pt>
    <dgm:pt modelId="{F68626A9-843E-4F08-9A67-2A4BC0BDFCA5}" type="pres">
      <dgm:prSet presAssocID="{B3F3BC98-14D7-4D62-9F7C-69BE0E40D152}" presName="node" presStyleLbl="node1" presStyleIdx="3" presStyleCnt="8">
        <dgm:presLayoutVars>
          <dgm:bulletEnabled val="1"/>
        </dgm:presLayoutVars>
      </dgm:prSet>
      <dgm:spPr/>
    </dgm:pt>
    <dgm:pt modelId="{AAC616FD-8C68-4BAA-A4FD-58EFD9F7D6AA}" type="pres">
      <dgm:prSet presAssocID="{0216F932-6181-4B12-8385-24E14530101E}" presName="sibTrans" presStyleCnt="0"/>
      <dgm:spPr/>
    </dgm:pt>
    <dgm:pt modelId="{95B49325-6E60-4331-9DDD-B5326EB23C1A}" type="pres">
      <dgm:prSet presAssocID="{A8F9F8F1-55D3-41F4-A8C1-B7EE4ABA31DB}" presName="node" presStyleLbl="node1" presStyleIdx="4" presStyleCnt="8">
        <dgm:presLayoutVars>
          <dgm:bulletEnabled val="1"/>
        </dgm:presLayoutVars>
      </dgm:prSet>
      <dgm:spPr/>
    </dgm:pt>
    <dgm:pt modelId="{D9C676BA-6528-4D3D-BB25-F57B8E204969}" type="pres">
      <dgm:prSet presAssocID="{E234F9A9-FA26-4CBC-A439-ADF55EB9FFDD}" presName="sibTrans" presStyleCnt="0"/>
      <dgm:spPr/>
    </dgm:pt>
    <dgm:pt modelId="{293A2299-3753-4840-877C-5ED8518E4D1E}" type="pres">
      <dgm:prSet presAssocID="{D9F2189B-65B4-4E49-B9F1-3F7D4EC8507A}" presName="node" presStyleLbl="node1" presStyleIdx="5" presStyleCnt="8">
        <dgm:presLayoutVars>
          <dgm:bulletEnabled val="1"/>
        </dgm:presLayoutVars>
      </dgm:prSet>
      <dgm:spPr/>
    </dgm:pt>
    <dgm:pt modelId="{1F14FA54-6F93-49B2-B313-A64BFE6C44FD}" type="pres">
      <dgm:prSet presAssocID="{0E794FEE-CA63-4C5D-B628-356059F96423}" presName="sibTrans" presStyleCnt="0"/>
      <dgm:spPr/>
    </dgm:pt>
    <dgm:pt modelId="{61FA9940-B61B-4F6C-B077-3C58EF005512}" type="pres">
      <dgm:prSet presAssocID="{37F9C955-8828-442E-B2BE-93D19C0645F0}" presName="node" presStyleLbl="node1" presStyleIdx="6" presStyleCnt="8">
        <dgm:presLayoutVars>
          <dgm:bulletEnabled val="1"/>
        </dgm:presLayoutVars>
      </dgm:prSet>
      <dgm:spPr/>
    </dgm:pt>
    <dgm:pt modelId="{EBD1EEB3-7C1C-4631-A5D0-040530AC9DDE}" type="pres">
      <dgm:prSet presAssocID="{197D71FE-38BA-4E9C-8D8B-56E92026A04C}" presName="sibTrans" presStyleCnt="0"/>
      <dgm:spPr/>
    </dgm:pt>
    <dgm:pt modelId="{C01265FF-0D27-46B5-9CE5-7E5FFBC9303F}" type="pres">
      <dgm:prSet presAssocID="{C96E5838-C2C8-434E-9F4D-E630F6A18734}" presName="node" presStyleLbl="node1" presStyleIdx="7" presStyleCnt="8">
        <dgm:presLayoutVars>
          <dgm:bulletEnabled val="1"/>
        </dgm:presLayoutVars>
      </dgm:prSet>
      <dgm:spPr/>
    </dgm:pt>
  </dgm:ptLst>
  <dgm:cxnLst>
    <dgm:cxn modelId="{32268C0B-AC1C-4065-B7E9-E396704C603F}" type="presOf" srcId="{D9F2189B-65B4-4E49-B9F1-3F7D4EC8507A}" destId="{293A2299-3753-4840-877C-5ED8518E4D1E}" srcOrd="0" destOrd="0" presId="urn:microsoft.com/office/officeart/2005/8/layout/default"/>
    <dgm:cxn modelId="{75D2270F-F182-47D3-9796-7C36F2A7FDDB}" type="presOf" srcId="{F32249D3-98D6-473C-A034-F17EDA7725C7}" destId="{8AF0831C-A3EA-4307-9C9C-90EC0F84D95C}" srcOrd="0" destOrd="0" presId="urn:microsoft.com/office/officeart/2005/8/layout/default"/>
    <dgm:cxn modelId="{941F1010-4292-466A-AD3F-5AABF2BD8685}" srcId="{81AEAD2A-CBFD-4215-85CE-EAB00CC51ACC}" destId="{C96E5838-C2C8-434E-9F4D-E630F6A18734}" srcOrd="7" destOrd="0" parTransId="{C900CC68-413F-4F17-BCE1-B02431499CF8}" sibTransId="{385B5919-CC7B-40A4-8AFA-27D85390D9C8}"/>
    <dgm:cxn modelId="{9F84E330-66B3-4CAD-9F65-D526C1704659}" srcId="{81AEAD2A-CBFD-4215-85CE-EAB00CC51ACC}" destId="{37F9C955-8828-442E-B2BE-93D19C0645F0}" srcOrd="6" destOrd="0" parTransId="{F8200526-813B-4E88-84C8-76A98A9664E9}" sibTransId="{197D71FE-38BA-4E9C-8D8B-56E92026A04C}"/>
    <dgm:cxn modelId="{ACCA753D-77BE-4C19-982E-B4AB191BB37C}" type="presOf" srcId="{B3F3BC98-14D7-4D62-9F7C-69BE0E40D152}" destId="{F68626A9-843E-4F08-9A67-2A4BC0BDFCA5}" srcOrd="0" destOrd="0" presId="urn:microsoft.com/office/officeart/2005/8/layout/default"/>
    <dgm:cxn modelId="{AE01905F-B2D3-41CE-A757-DB2E0820EF5C}" type="presOf" srcId="{37F9C955-8828-442E-B2BE-93D19C0645F0}" destId="{61FA9940-B61B-4F6C-B077-3C58EF005512}" srcOrd="0" destOrd="0" presId="urn:microsoft.com/office/officeart/2005/8/layout/default"/>
    <dgm:cxn modelId="{33AC8A42-4883-4D61-82ED-81D32B1467B8}" type="presOf" srcId="{AA997D10-B1B3-4F18-B088-E73B1E2E6D56}" destId="{4EF279FD-D3EE-4A94-A8F2-0F6732658298}" srcOrd="0" destOrd="0" presId="urn:microsoft.com/office/officeart/2005/8/layout/default"/>
    <dgm:cxn modelId="{61688246-56B5-4B7B-B3BB-89EB5894A296}" type="presOf" srcId="{C96E5838-C2C8-434E-9F4D-E630F6A18734}" destId="{C01265FF-0D27-46B5-9CE5-7E5FFBC9303F}" srcOrd="0" destOrd="0" presId="urn:microsoft.com/office/officeart/2005/8/layout/default"/>
    <dgm:cxn modelId="{71CF0D6A-7F3C-48C3-9388-6C1EF0AA938A}" type="presOf" srcId="{81AEAD2A-CBFD-4215-85CE-EAB00CC51ACC}" destId="{CC55DA07-7AD3-41D2-8C22-D6E3289F09E4}" srcOrd="0" destOrd="0" presId="urn:microsoft.com/office/officeart/2005/8/layout/default"/>
    <dgm:cxn modelId="{8F65904A-A216-4110-90A4-30DB97851725}" srcId="{81AEAD2A-CBFD-4215-85CE-EAB00CC51ACC}" destId="{AA997D10-B1B3-4F18-B088-E73B1E2E6D56}" srcOrd="1" destOrd="0" parTransId="{5E7E7260-8E2D-4C22-9BAB-8C8B77C8E90F}" sibTransId="{F567457E-48E3-40DA-BE4F-969589F1E320}"/>
    <dgm:cxn modelId="{5A00FA79-8BBE-4D51-A52A-DBA614940CD1}" srcId="{81AEAD2A-CBFD-4215-85CE-EAB00CC51ACC}" destId="{F32249D3-98D6-473C-A034-F17EDA7725C7}" srcOrd="0" destOrd="0" parTransId="{FC030F82-781C-4815-8EB6-BEB184E751CC}" sibTransId="{EDB3DC39-6ADD-41C1-BFE6-826FE4C32E72}"/>
    <dgm:cxn modelId="{0828B47A-E87A-43EC-877A-39679D76310D}" srcId="{81AEAD2A-CBFD-4215-85CE-EAB00CC51ACC}" destId="{A8F9F8F1-55D3-41F4-A8C1-B7EE4ABA31DB}" srcOrd="4" destOrd="0" parTransId="{5BFD1192-6871-444C-BA68-B0CD3BF46161}" sibTransId="{E234F9A9-FA26-4CBC-A439-ADF55EB9FFDD}"/>
    <dgm:cxn modelId="{22EB3B89-80B6-4868-8DA2-E3091580512A}" type="presOf" srcId="{331E9983-0910-4F53-9576-6D9768013D94}" destId="{37562D11-0CEB-4691-A9E0-8ADC8BD606F6}" srcOrd="0" destOrd="0" presId="urn:microsoft.com/office/officeart/2005/8/layout/default"/>
    <dgm:cxn modelId="{332B7A8E-094E-4F9C-A4F4-A050BB663B50}" srcId="{81AEAD2A-CBFD-4215-85CE-EAB00CC51ACC}" destId="{331E9983-0910-4F53-9576-6D9768013D94}" srcOrd="2" destOrd="0" parTransId="{901EFA83-7D26-48B0-AF6E-9019FCE9FC14}" sibTransId="{9CFABC01-89DB-4826-9B56-6EFF8DF844BF}"/>
    <dgm:cxn modelId="{34CCDE97-72C1-40D9-8214-5465923CA68D}" srcId="{81AEAD2A-CBFD-4215-85CE-EAB00CC51ACC}" destId="{B3F3BC98-14D7-4D62-9F7C-69BE0E40D152}" srcOrd="3" destOrd="0" parTransId="{1BA1E254-5EDA-48EC-AE33-C213F7123248}" sibTransId="{0216F932-6181-4B12-8385-24E14530101E}"/>
    <dgm:cxn modelId="{E9D584C7-0F69-4C53-A614-4F92ABF1E9B0}" srcId="{81AEAD2A-CBFD-4215-85CE-EAB00CC51ACC}" destId="{D9F2189B-65B4-4E49-B9F1-3F7D4EC8507A}" srcOrd="5" destOrd="0" parTransId="{F14B0786-097B-49DE-BCC0-9AA6766ED762}" sibTransId="{0E794FEE-CA63-4C5D-B628-356059F96423}"/>
    <dgm:cxn modelId="{71E495D4-C362-4CF1-AA29-40BDAFE6E274}" type="presOf" srcId="{A8F9F8F1-55D3-41F4-A8C1-B7EE4ABA31DB}" destId="{95B49325-6E60-4331-9DDD-B5326EB23C1A}" srcOrd="0" destOrd="0" presId="urn:microsoft.com/office/officeart/2005/8/layout/default"/>
    <dgm:cxn modelId="{1343096D-E054-4446-85E7-4D1DA36D8D7C}" type="presParOf" srcId="{CC55DA07-7AD3-41D2-8C22-D6E3289F09E4}" destId="{8AF0831C-A3EA-4307-9C9C-90EC0F84D95C}" srcOrd="0" destOrd="0" presId="urn:microsoft.com/office/officeart/2005/8/layout/default"/>
    <dgm:cxn modelId="{21FE7443-6154-4A97-981B-B5264490B7E3}" type="presParOf" srcId="{CC55DA07-7AD3-41D2-8C22-D6E3289F09E4}" destId="{C148919B-3F3D-4AC2-9C64-D020456A2A3A}" srcOrd="1" destOrd="0" presId="urn:microsoft.com/office/officeart/2005/8/layout/default"/>
    <dgm:cxn modelId="{39914E90-66B3-4840-856B-3CDE641AC9A6}" type="presParOf" srcId="{CC55DA07-7AD3-41D2-8C22-D6E3289F09E4}" destId="{4EF279FD-D3EE-4A94-A8F2-0F6732658298}" srcOrd="2" destOrd="0" presId="urn:microsoft.com/office/officeart/2005/8/layout/default"/>
    <dgm:cxn modelId="{126C3FF6-4AD4-4D6A-90A4-FE453D680CBF}" type="presParOf" srcId="{CC55DA07-7AD3-41D2-8C22-D6E3289F09E4}" destId="{C049886C-C560-4037-B721-17ACA5E57429}" srcOrd="3" destOrd="0" presId="urn:microsoft.com/office/officeart/2005/8/layout/default"/>
    <dgm:cxn modelId="{6623A73C-8D11-4449-B3E2-EF171FC49D37}" type="presParOf" srcId="{CC55DA07-7AD3-41D2-8C22-D6E3289F09E4}" destId="{37562D11-0CEB-4691-A9E0-8ADC8BD606F6}" srcOrd="4" destOrd="0" presId="urn:microsoft.com/office/officeart/2005/8/layout/default"/>
    <dgm:cxn modelId="{F537EF13-B37A-4587-B7D5-850905035E18}" type="presParOf" srcId="{CC55DA07-7AD3-41D2-8C22-D6E3289F09E4}" destId="{33314551-46F1-4A55-9766-BCB3C8AD6951}" srcOrd="5" destOrd="0" presId="urn:microsoft.com/office/officeart/2005/8/layout/default"/>
    <dgm:cxn modelId="{610383F5-212D-4461-B7D6-4ADF1D74E4FA}" type="presParOf" srcId="{CC55DA07-7AD3-41D2-8C22-D6E3289F09E4}" destId="{F68626A9-843E-4F08-9A67-2A4BC0BDFCA5}" srcOrd="6" destOrd="0" presId="urn:microsoft.com/office/officeart/2005/8/layout/default"/>
    <dgm:cxn modelId="{ECDC21B6-DE0C-42ED-BFE5-78CA00CEDE68}" type="presParOf" srcId="{CC55DA07-7AD3-41D2-8C22-D6E3289F09E4}" destId="{AAC616FD-8C68-4BAA-A4FD-58EFD9F7D6AA}" srcOrd="7" destOrd="0" presId="urn:microsoft.com/office/officeart/2005/8/layout/default"/>
    <dgm:cxn modelId="{00481426-D9F5-4A51-9F49-59CCE36ECDE7}" type="presParOf" srcId="{CC55DA07-7AD3-41D2-8C22-D6E3289F09E4}" destId="{95B49325-6E60-4331-9DDD-B5326EB23C1A}" srcOrd="8" destOrd="0" presId="urn:microsoft.com/office/officeart/2005/8/layout/default"/>
    <dgm:cxn modelId="{782D3737-0F64-4C45-9D91-6658F726B748}" type="presParOf" srcId="{CC55DA07-7AD3-41D2-8C22-D6E3289F09E4}" destId="{D9C676BA-6528-4D3D-BB25-F57B8E204969}" srcOrd="9" destOrd="0" presId="urn:microsoft.com/office/officeart/2005/8/layout/default"/>
    <dgm:cxn modelId="{3EBAE285-FA03-4970-972A-948B0BD86BC8}" type="presParOf" srcId="{CC55DA07-7AD3-41D2-8C22-D6E3289F09E4}" destId="{293A2299-3753-4840-877C-5ED8518E4D1E}" srcOrd="10" destOrd="0" presId="urn:microsoft.com/office/officeart/2005/8/layout/default"/>
    <dgm:cxn modelId="{97757F4F-A4B5-4B69-BD7D-AF619E346A29}" type="presParOf" srcId="{CC55DA07-7AD3-41D2-8C22-D6E3289F09E4}" destId="{1F14FA54-6F93-49B2-B313-A64BFE6C44FD}" srcOrd="11" destOrd="0" presId="urn:microsoft.com/office/officeart/2005/8/layout/default"/>
    <dgm:cxn modelId="{34CC93C2-AED6-4944-805E-A0EA38B28810}" type="presParOf" srcId="{CC55DA07-7AD3-41D2-8C22-D6E3289F09E4}" destId="{61FA9940-B61B-4F6C-B077-3C58EF005512}" srcOrd="12" destOrd="0" presId="urn:microsoft.com/office/officeart/2005/8/layout/default"/>
    <dgm:cxn modelId="{39E2E6CD-05C3-4603-8315-CC857DEC6261}" type="presParOf" srcId="{CC55DA07-7AD3-41D2-8C22-D6E3289F09E4}" destId="{EBD1EEB3-7C1C-4631-A5D0-040530AC9DDE}" srcOrd="13" destOrd="0" presId="urn:microsoft.com/office/officeart/2005/8/layout/default"/>
    <dgm:cxn modelId="{8CA1DBF0-1CB4-4911-AA2B-6D1D12918D73}" type="presParOf" srcId="{CC55DA07-7AD3-41D2-8C22-D6E3289F09E4}" destId="{C01265FF-0D27-46B5-9CE5-7E5FFBC9303F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02BBD9-B752-4447-9720-658D6FEE969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F47FEA5-3F9E-4E63-96B6-53448A895B86}">
      <dgm:prSet/>
      <dgm:spPr/>
      <dgm:t>
        <a:bodyPr/>
        <a:lstStyle/>
        <a:p>
          <a:r>
            <a:rPr lang="en-US" b="0" i="0"/>
            <a:t>- SSH: Secure Shell for remote login.</a:t>
          </a:r>
          <a:endParaRPr lang="en-US"/>
        </a:p>
      </dgm:t>
    </dgm:pt>
    <dgm:pt modelId="{E37FA4DD-71D5-42A3-A1B3-F9879A77FB27}" type="parTrans" cxnId="{135A2459-A608-4BBC-B260-909EE8D53EF0}">
      <dgm:prSet/>
      <dgm:spPr/>
      <dgm:t>
        <a:bodyPr/>
        <a:lstStyle/>
        <a:p>
          <a:endParaRPr lang="en-US"/>
        </a:p>
      </dgm:t>
    </dgm:pt>
    <dgm:pt modelId="{70E8CA8D-5502-4B11-A1FF-230886E8A9B1}" type="sibTrans" cxnId="{135A2459-A608-4BBC-B260-909EE8D53EF0}">
      <dgm:prSet/>
      <dgm:spPr/>
      <dgm:t>
        <a:bodyPr/>
        <a:lstStyle/>
        <a:p>
          <a:endParaRPr lang="en-US"/>
        </a:p>
      </dgm:t>
    </dgm:pt>
    <dgm:pt modelId="{C0A2F271-334A-4D29-824E-1867843397FF}">
      <dgm:prSet/>
      <dgm:spPr/>
      <dgm:t>
        <a:bodyPr/>
        <a:lstStyle/>
        <a:p>
          <a:r>
            <a:rPr lang="en-US" b="0" i="0"/>
            <a:t>- Syntax: ssh user@host</a:t>
          </a:r>
          <a:endParaRPr lang="en-US"/>
        </a:p>
      </dgm:t>
    </dgm:pt>
    <dgm:pt modelId="{469C3386-C319-4133-B6E0-1086BDF5A133}" type="parTrans" cxnId="{2471B7A9-F888-4997-B303-01724A24ED3E}">
      <dgm:prSet/>
      <dgm:spPr/>
      <dgm:t>
        <a:bodyPr/>
        <a:lstStyle/>
        <a:p>
          <a:endParaRPr lang="en-US"/>
        </a:p>
      </dgm:t>
    </dgm:pt>
    <dgm:pt modelId="{CFD307EA-AFFA-4B21-8EE2-112BB31B1778}" type="sibTrans" cxnId="{2471B7A9-F888-4997-B303-01724A24ED3E}">
      <dgm:prSet/>
      <dgm:spPr/>
      <dgm:t>
        <a:bodyPr/>
        <a:lstStyle/>
        <a:p>
          <a:endParaRPr lang="en-US"/>
        </a:p>
      </dgm:t>
    </dgm:pt>
    <dgm:pt modelId="{B4CF6999-62E9-435F-A4CF-D97916200BB0}">
      <dgm:prSet/>
      <dgm:spPr/>
      <dgm:t>
        <a:bodyPr/>
        <a:lstStyle/>
        <a:p>
          <a:r>
            <a:rPr lang="en-US" b="0" i="0"/>
            <a:t>- Generate Keys: ssh-keygen (creates public/private key).</a:t>
          </a:r>
          <a:endParaRPr lang="en-US"/>
        </a:p>
      </dgm:t>
    </dgm:pt>
    <dgm:pt modelId="{6F6240AD-5DC1-4D96-AB0D-2AE04279B770}" type="parTrans" cxnId="{6E8CDFF7-5FBF-4BF4-B4BF-361CFADFB99C}">
      <dgm:prSet/>
      <dgm:spPr/>
      <dgm:t>
        <a:bodyPr/>
        <a:lstStyle/>
        <a:p>
          <a:endParaRPr lang="en-US"/>
        </a:p>
      </dgm:t>
    </dgm:pt>
    <dgm:pt modelId="{230700DC-A9F6-4A1D-A9E1-3195121EEC88}" type="sibTrans" cxnId="{6E8CDFF7-5FBF-4BF4-B4BF-361CFADFB99C}">
      <dgm:prSet/>
      <dgm:spPr/>
      <dgm:t>
        <a:bodyPr/>
        <a:lstStyle/>
        <a:p>
          <a:endParaRPr lang="en-US"/>
        </a:p>
      </dgm:t>
    </dgm:pt>
    <dgm:pt modelId="{5656B536-42B1-4243-93A8-F380A86A2C8E}">
      <dgm:prSet/>
      <dgm:spPr/>
      <dgm:t>
        <a:bodyPr/>
        <a:lstStyle/>
        <a:p>
          <a:r>
            <a:rPr lang="en-US" b="0" i="0"/>
            <a:t>- Copy Public Key: ssh-copy-id user@remotehost.</a:t>
          </a:r>
          <a:endParaRPr lang="en-US"/>
        </a:p>
      </dgm:t>
    </dgm:pt>
    <dgm:pt modelId="{C0099443-24D9-4546-9051-C64F96A10553}" type="parTrans" cxnId="{07EC932F-D9D0-4E0E-AD6C-925579D614DB}">
      <dgm:prSet/>
      <dgm:spPr/>
      <dgm:t>
        <a:bodyPr/>
        <a:lstStyle/>
        <a:p>
          <a:endParaRPr lang="en-US"/>
        </a:p>
      </dgm:t>
    </dgm:pt>
    <dgm:pt modelId="{055258E8-612D-4C8B-BADA-1A1DD958DBED}" type="sibTrans" cxnId="{07EC932F-D9D0-4E0E-AD6C-925579D614DB}">
      <dgm:prSet/>
      <dgm:spPr/>
      <dgm:t>
        <a:bodyPr/>
        <a:lstStyle/>
        <a:p>
          <a:endParaRPr lang="en-US"/>
        </a:p>
      </dgm:t>
    </dgm:pt>
    <dgm:pt modelId="{784E927F-86CE-45E1-9380-E03FD0A394EA}">
      <dgm:prSet/>
      <dgm:spPr/>
      <dgm:t>
        <a:bodyPr/>
        <a:lstStyle/>
        <a:p>
          <a:r>
            <a:rPr lang="en-US" b="0" i="0"/>
            <a:t>- Benefit: Login without password.</a:t>
          </a:r>
          <a:endParaRPr lang="en-US"/>
        </a:p>
      </dgm:t>
    </dgm:pt>
    <dgm:pt modelId="{764B2B5F-15C6-41B7-97C7-A7B450CFBFF3}" type="parTrans" cxnId="{40B7236B-EF39-4496-9D1D-96177B00F284}">
      <dgm:prSet/>
      <dgm:spPr/>
      <dgm:t>
        <a:bodyPr/>
        <a:lstStyle/>
        <a:p>
          <a:endParaRPr lang="en-US"/>
        </a:p>
      </dgm:t>
    </dgm:pt>
    <dgm:pt modelId="{9E675E31-E178-4DC7-BEDE-157562578A52}" type="sibTrans" cxnId="{40B7236B-EF39-4496-9D1D-96177B00F284}">
      <dgm:prSet/>
      <dgm:spPr/>
      <dgm:t>
        <a:bodyPr/>
        <a:lstStyle/>
        <a:p>
          <a:endParaRPr lang="en-US"/>
        </a:p>
      </dgm:t>
    </dgm:pt>
    <dgm:pt modelId="{626BCFF7-1A94-4703-8CA4-CAADE0016704}">
      <dgm:prSet/>
      <dgm:spPr/>
      <dgm:t>
        <a:bodyPr/>
        <a:lstStyle/>
        <a:p>
          <a:r>
            <a:rPr lang="en-US" b="0" i="0"/>
            <a:t>- Security Tip: Protect private key and use ssh-agent.</a:t>
          </a:r>
          <a:endParaRPr lang="en-US"/>
        </a:p>
      </dgm:t>
    </dgm:pt>
    <dgm:pt modelId="{77B38791-5133-4584-AF3D-457E308A60EF}" type="parTrans" cxnId="{A3269F51-BC5B-46BF-9F3F-E48882848933}">
      <dgm:prSet/>
      <dgm:spPr/>
      <dgm:t>
        <a:bodyPr/>
        <a:lstStyle/>
        <a:p>
          <a:endParaRPr lang="en-US"/>
        </a:p>
      </dgm:t>
    </dgm:pt>
    <dgm:pt modelId="{AB0BB94B-204F-4BB5-83CF-E33CAEE5D20B}" type="sibTrans" cxnId="{A3269F51-BC5B-46BF-9F3F-E48882848933}">
      <dgm:prSet/>
      <dgm:spPr/>
      <dgm:t>
        <a:bodyPr/>
        <a:lstStyle/>
        <a:p>
          <a:endParaRPr lang="en-US"/>
        </a:p>
      </dgm:t>
    </dgm:pt>
    <dgm:pt modelId="{F1C51E01-289D-4D06-AE2D-4EE8E45F597B}" type="pres">
      <dgm:prSet presAssocID="{9A02BBD9-B752-4447-9720-658D6FEE969D}" presName="linear" presStyleCnt="0">
        <dgm:presLayoutVars>
          <dgm:animLvl val="lvl"/>
          <dgm:resizeHandles val="exact"/>
        </dgm:presLayoutVars>
      </dgm:prSet>
      <dgm:spPr/>
    </dgm:pt>
    <dgm:pt modelId="{3A831C5E-4933-4E40-AACF-CB00FE9C8B65}" type="pres">
      <dgm:prSet presAssocID="{9F47FEA5-3F9E-4E63-96B6-53448A895B8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582B89B-9DE4-4F05-95FF-3425F178E2C6}" type="pres">
      <dgm:prSet presAssocID="{70E8CA8D-5502-4B11-A1FF-230886E8A9B1}" presName="spacer" presStyleCnt="0"/>
      <dgm:spPr/>
    </dgm:pt>
    <dgm:pt modelId="{CBE36131-AFC0-4FB4-8A0F-1B2EDAD63A10}" type="pres">
      <dgm:prSet presAssocID="{C0A2F271-334A-4D29-824E-1867843397F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37A66B4-C9F8-4024-B3B9-B8C088A4ED57}" type="pres">
      <dgm:prSet presAssocID="{CFD307EA-AFFA-4B21-8EE2-112BB31B1778}" presName="spacer" presStyleCnt="0"/>
      <dgm:spPr/>
    </dgm:pt>
    <dgm:pt modelId="{862206ED-E3B6-45F7-ADAF-181290806AE1}" type="pres">
      <dgm:prSet presAssocID="{B4CF6999-62E9-435F-A4CF-D97916200BB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641E92B-28AD-4716-9C96-6B5C02AFB0DC}" type="pres">
      <dgm:prSet presAssocID="{230700DC-A9F6-4A1D-A9E1-3195121EEC88}" presName="spacer" presStyleCnt="0"/>
      <dgm:spPr/>
    </dgm:pt>
    <dgm:pt modelId="{33B45DB0-2FAC-4758-9986-345373C6C6D3}" type="pres">
      <dgm:prSet presAssocID="{5656B536-42B1-4243-93A8-F380A86A2C8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B578ED8-07FE-4D05-A7EB-072BC9C9F611}" type="pres">
      <dgm:prSet presAssocID="{055258E8-612D-4C8B-BADA-1A1DD958DBED}" presName="spacer" presStyleCnt="0"/>
      <dgm:spPr/>
    </dgm:pt>
    <dgm:pt modelId="{9A26EECD-C5A2-4083-A06F-9A6B2B9505F5}" type="pres">
      <dgm:prSet presAssocID="{784E927F-86CE-45E1-9380-E03FD0A394E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955DCB6-7B91-4294-8FEF-D60305479CB5}" type="pres">
      <dgm:prSet presAssocID="{9E675E31-E178-4DC7-BEDE-157562578A52}" presName="spacer" presStyleCnt="0"/>
      <dgm:spPr/>
    </dgm:pt>
    <dgm:pt modelId="{B483A9AC-B958-4004-A997-FE8C87EC0795}" type="pres">
      <dgm:prSet presAssocID="{626BCFF7-1A94-4703-8CA4-CAADE001670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FF7F414-D366-4A05-837A-97A397D6633C}" type="presOf" srcId="{5656B536-42B1-4243-93A8-F380A86A2C8E}" destId="{33B45DB0-2FAC-4758-9986-345373C6C6D3}" srcOrd="0" destOrd="0" presId="urn:microsoft.com/office/officeart/2005/8/layout/vList2"/>
    <dgm:cxn modelId="{6C7D1D2C-718E-40AE-8A5B-F34C38E43FC6}" type="presOf" srcId="{9A02BBD9-B752-4447-9720-658D6FEE969D}" destId="{F1C51E01-289D-4D06-AE2D-4EE8E45F597B}" srcOrd="0" destOrd="0" presId="urn:microsoft.com/office/officeart/2005/8/layout/vList2"/>
    <dgm:cxn modelId="{07EC932F-D9D0-4E0E-AD6C-925579D614DB}" srcId="{9A02BBD9-B752-4447-9720-658D6FEE969D}" destId="{5656B536-42B1-4243-93A8-F380A86A2C8E}" srcOrd="3" destOrd="0" parTransId="{C0099443-24D9-4546-9051-C64F96A10553}" sibTransId="{055258E8-612D-4C8B-BADA-1A1DD958DBED}"/>
    <dgm:cxn modelId="{FE7DB467-BAED-4067-83A6-440D7C350C57}" type="presOf" srcId="{784E927F-86CE-45E1-9380-E03FD0A394EA}" destId="{9A26EECD-C5A2-4083-A06F-9A6B2B9505F5}" srcOrd="0" destOrd="0" presId="urn:microsoft.com/office/officeart/2005/8/layout/vList2"/>
    <dgm:cxn modelId="{40B7236B-EF39-4496-9D1D-96177B00F284}" srcId="{9A02BBD9-B752-4447-9720-658D6FEE969D}" destId="{784E927F-86CE-45E1-9380-E03FD0A394EA}" srcOrd="4" destOrd="0" parTransId="{764B2B5F-15C6-41B7-97C7-A7B450CFBFF3}" sibTransId="{9E675E31-E178-4DC7-BEDE-157562578A52}"/>
    <dgm:cxn modelId="{A3269F51-BC5B-46BF-9F3F-E48882848933}" srcId="{9A02BBD9-B752-4447-9720-658D6FEE969D}" destId="{626BCFF7-1A94-4703-8CA4-CAADE0016704}" srcOrd="5" destOrd="0" parTransId="{77B38791-5133-4584-AF3D-457E308A60EF}" sibTransId="{AB0BB94B-204F-4BB5-83CF-E33CAEE5D20B}"/>
    <dgm:cxn modelId="{135A2459-A608-4BBC-B260-909EE8D53EF0}" srcId="{9A02BBD9-B752-4447-9720-658D6FEE969D}" destId="{9F47FEA5-3F9E-4E63-96B6-53448A895B86}" srcOrd="0" destOrd="0" parTransId="{E37FA4DD-71D5-42A3-A1B3-F9879A77FB27}" sibTransId="{70E8CA8D-5502-4B11-A1FF-230886E8A9B1}"/>
    <dgm:cxn modelId="{390BCC8A-EC62-4710-956E-09B503C97CF9}" type="presOf" srcId="{B4CF6999-62E9-435F-A4CF-D97916200BB0}" destId="{862206ED-E3B6-45F7-ADAF-181290806AE1}" srcOrd="0" destOrd="0" presId="urn:microsoft.com/office/officeart/2005/8/layout/vList2"/>
    <dgm:cxn modelId="{2471B7A9-F888-4997-B303-01724A24ED3E}" srcId="{9A02BBD9-B752-4447-9720-658D6FEE969D}" destId="{C0A2F271-334A-4D29-824E-1867843397FF}" srcOrd="1" destOrd="0" parTransId="{469C3386-C319-4133-B6E0-1086BDF5A133}" sibTransId="{CFD307EA-AFFA-4B21-8EE2-112BB31B1778}"/>
    <dgm:cxn modelId="{2CF396DC-E08E-4063-8BCE-A578C13E8C2F}" type="presOf" srcId="{626BCFF7-1A94-4703-8CA4-CAADE0016704}" destId="{B483A9AC-B958-4004-A997-FE8C87EC0795}" srcOrd="0" destOrd="0" presId="urn:microsoft.com/office/officeart/2005/8/layout/vList2"/>
    <dgm:cxn modelId="{CBAB83E4-00A4-410E-8D1C-AFFA80F69FC5}" type="presOf" srcId="{9F47FEA5-3F9E-4E63-96B6-53448A895B86}" destId="{3A831C5E-4933-4E40-AACF-CB00FE9C8B65}" srcOrd="0" destOrd="0" presId="urn:microsoft.com/office/officeart/2005/8/layout/vList2"/>
    <dgm:cxn modelId="{1BEC27F7-0595-48C3-9C25-EFDA12A36CD0}" type="presOf" srcId="{C0A2F271-334A-4D29-824E-1867843397FF}" destId="{CBE36131-AFC0-4FB4-8A0F-1B2EDAD63A10}" srcOrd="0" destOrd="0" presId="urn:microsoft.com/office/officeart/2005/8/layout/vList2"/>
    <dgm:cxn modelId="{6E8CDFF7-5FBF-4BF4-B4BF-361CFADFB99C}" srcId="{9A02BBD9-B752-4447-9720-658D6FEE969D}" destId="{B4CF6999-62E9-435F-A4CF-D97916200BB0}" srcOrd="2" destOrd="0" parTransId="{6F6240AD-5DC1-4D96-AB0D-2AE04279B770}" sibTransId="{230700DC-A9F6-4A1D-A9E1-3195121EEC88}"/>
    <dgm:cxn modelId="{27744128-7D44-4F9D-9BB6-ADDF08586071}" type="presParOf" srcId="{F1C51E01-289D-4D06-AE2D-4EE8E45F597B}" destId="{3A831C5E-4933-4E40-AACF-CB00FE9C8B65}" srcOrd="0" destOrd="0" presId="urn:microsoft.com/office/officeart/2005/8/layout/vList2"/>
    <dgm:cxn modelId="{D2D6EE95-4BE7-4F78-8B33-78DD68BD0E5A}" type="presParOf" srcId="{F1C51E01-289D-4D06-AE2D-4EE8E45F597B}" destId="{0582B89B-9DE4-4F05-95FF-3425F178E2C6}" srcOrd="1" destOrd="0" presId="urn:microsoft.com/office/officeart/2005/8/layout/vList2"/>
    <dgm:cxn modelId="{B32087E6-3228-4CCF-9E6F-B5CB0A5D9BB3}" type="presParOf" srcId="{F1C51E01-289D-4D06-AE2D-4EE8E45F597B}" destId="{CBE36131-AFC0-4FB4-8A0F-1B2EDAD63A10}" srcOrd="2" destOrd="0" presId="urn:microsoft.com/office/officeart/2005/8/layout/vList2"/>
    <dgm:cxn modelId="{E648DF0C-1437-4060-A449-2FDCBE3909CE}" type="presParOf" srcId="{F1C51E01-289D-4D06-AE2D-4EE8E45F597B}" destId="{137A66B4-C9F8-4024-B3B9-B8C088A4ED57}" srcOrd="3" destOrd="0" presId="urn:microsoft.com/office/officeart/2005/8/layout/vList2"/>
    <dgm:cxn modelId="{B8F42618-5534-4683-A54F-FCEF98EA330B}" type="presParOf" srcId="{F1C51E01-289D-4D06-AE2D-4EE8E45F597B}" destId="{862206ED-E3B6-45F7-ADAF-181290806AE1}" srcOrd="4" destOrd="0" presId="urn:microsoft.com/office/officeart/2005/8/layout/vList2"/>
    <dgm:cxn modelId="{298BD70D-AE85-47C7-95D7-A7F4B4D4EF8F}" type="presParOf" srcId="{F1C51E01-289D-4D06-AE2D-4EE8E45F597B}" destId="{3641E92B-28AD-4716-9C96-6B5C02AFB0DC}" srcOrd="5" destOrd="0" presId="urn:microsoft.com/office/officeart/2005/8/layout/vList2"/>
    <dgm:cxn modelId="{254543E5-7973-47B9-8DF8-0775C0011282}" type="presParOf" srcId="{F1C51E01-289D-4D06-AE2D-4EE8E45F597B}" destId="{33B45DB0-2FAC-4758-9986-345373C6C6D3}" srcOrd="6" destOrd="0" presId="urn:microsoft.com/office/officeart/2005/8/layout/vList2"/>
    <dgm:cxn modelId="{A2E82EEC-1371-490A-BCFC-E39A97C514DC}" type="presParOf" srcId="{F1C51E01-289D-4D06-AE2D-4EE8E45F597B}" destId="{5B578ED8-07FE-4D05-A7EB-072BC9C9F611}" srcOrd="7" destOrd="0" presId="urn:microsoft.com/office/officeart/2005/8/layout/vList2"/>
    <dgm:cxn modelId="{756AB936-955C-42E4-AA49-8AE05094811C}" type="presParOf" srcId="{F1C51E01-289D-4D06-AE2D-4EE8E45F597B}" destId="{9A26EECD-C5A2-4083-A06F-9A6B2B9505F5}" srcOrd="8" destOrd="0" presId="urn:microsoft.com/office/officeart/2005/8/layout/vList2"/>
    <dgm:cxn modelId="{4F86C8A9-655A-41DE-B032-C0CAA086A2BB}" type="presParOf" srcId="{F1C51E01-289D-4D06-AE2D-4EE8E45F597B}" destId="{8955DCB6-7B91-4294-8FEF-D60305479CB5}" srcOrd="9" destOrd="0" presId="urn:microsoft.com/office/officeart/2005/8/layout/vList2"/>
    <dgm:cxn modelId="{91614EE4-B8B6-4773-8B5C-FC87D883879E}" type="presParOf" srcId="{F1C51E01-289D-4D06-AE2D-4EE8E45F597B}" destId="{B483A9AC-B958-4004-A997-FE8C87EC0795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D8D1E9-E143-49BE-B07B-57B3D46E61D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BA431DA-4B17-421A-8F8C-14E0AB579D9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- Covered Key Linux System Administration</a:t>
          </a:r>
          <a:endParaRPr lang="en-US"/>
        </a:p>
      </dgm:t>
    </dgm:pt>
    <dgm:pt modelId="{EA5F2F45-E729-419F-95B7-5EFCEF2E943B}" type="parTrans" cxnId="{FDACD81B-D616-45D1-BB9D-DA557C724D43}">
      <dgm:prSet/>
      <dgm:spPr/>
      <dgm:t>
        <a:bodyPr/>
        <a:lstStyle/>
        <a:p>
          <a:endParaRPr lang="en-US"/>
        </a:p>
      </dgm:t>
    </dgm:pt>
    <dgm:pt modelId="{5B9B6BF3-B95B-46E5-A560-4622BC8E4B2F}" type="sibTrans" cxnId="{FDACD81B-D616-45D1-BB9D-DA557C724D43}">
      <dgm:prSet/>
      <dgm:spPr/>
      <dgm:t>
        <a:bodyPr/>
        <a:lstStyle/>
        <a:p>
          <a:endParaRPr lang="en-US"/>
        </a:p>
      </dgm:t>
    </dgm:pt>
    <dgm:pt modelId="{79034CC8-635D-4577-A3F5-EF132F89D28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* File System &amp; Process Management</a:t>
          </a:r>
          <a:endParaRPr lang="en-US"/>
        </a:p>
      </dgm:t>
    </dgm:pt>
    <dgm:pt modelId="{D828EB6F-C822-4EEC-8968-D9D768DCF27A}" type="parTrans" cxnId="{5FEA2827-AFAF-4356-9588-AEC9F29EFC8A}">
      <dgm:prSet/>
      <dgm:spPr/>
      <dgm:t>
        <a:bodyPr/>
        <a:lstStyle/>
        <a:p>
          <a:endParaRPr lang="en-US"/>
        </a:p>
      </dgm:t>
    </dgm:pt>
    <dgm:pt modelId="{139E34E1-9DBE-43AC-9A14-B583B4255BAF}" type="sibTrans" cxnId="{5FEA2827-AFAF-4356-9588-AEC9F29EFC8A}">
      <dgm:prSet/>
      <dgm:spPr/>
      <dgm:t>
        <a:bodyPr/>
        <a:lstStyle/>
        <a:p>
          <a:endParaRPr lang="en-US"/>
        </a:p>
      </dgm:t>
    </dgm:pt>
    <dgm:pt modelId="{3A8C820F-E57C-46F0-9FF1-4A41B423245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* Package Management</a:t>
          </a:r>
          <a:endParaRPr lang="en-US"/>
        </a:p>
      </dgm:t>
    </dgm:pt>
    <dgm:pt modelId="{EC35D405-6903-465B-BCE8-BA9776A99603}" type="parTrans" cxnId="{BFD380E7-68FB-490E-BD72-E9FA5598B2A3}">
      <dgm:prSet/>
      <dgm:spPr/>
      <dgm:t>
        <a:bodyPr/>
        <a:lstStyle/>
        <a:p>
          <a:endParaRPr lang="en-US"/>
        </a:p>
      </dgm:t>
    </dgm:pt>
    <dgm:pt modelId="{0D29EC44-47B9-4CF2-AB6B-30F514D95100}" type="sibTrans" cxnId="{BFD380E7-68FB-490E-BD72-E9FA5598B2A3}">
      <dgm:prSet/>
      <dgm:spPr/>
      <dgm:t>
        <a:bodyPr/>
        <a:lstStyle/>
        <a:p>
          <a:endParaRPr lang="en-US"/>
        </a:p>
      </dgm:t>
    </dgm:pt>
    <dgm:pt modelId="{384EF03D-10FB-43DB-8D3D-FC8C7B7C8C6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* Log Monitoring</a:t>
          </a:r>
          <a:endParaRPr lang="en-US"/>
        </a:p>
      </dgm:t>
    </dgm:pt>
    <dgm:pt modelId="{99AAE991-44A5-4222-AB68-2B0DE62A91B7}" type="parTrans" cxnId="{8AE501F8-811A-4B21-BDE0-D47E714F4E57}">
      <dgm:prSet/>
      <dgm:spPr/>
      <dgm:t>
        <a:bodyPr/>
        <a:lstStyle/>
        <a:p>
          <a:endParaRPr lang="en-US"/>
        </a:p>
      </dgm:t>
    </dgm:pt>
    <dgm:pt modelId="{63B01216-D02A-4AEC-B05A-2CC4C4CF7034}" type="sibTrans" cxnId="{8AE501F8-811A-4B21-BDE0-D47E714F4E57}">
      <dgm:prSet/>
      <dgm:spPr/>
      <dgm:t>
        <a:bodyPr/>
        <a:lstStyle/>
        <a:p>
          <a:endParaRPr lang="en-US"/>
        </a:p>
      </dgm:t>
    </dgm:pt>
    <dgm:pt modelId="{1DEBDA4D-2AC6-4DE5-ABB2-78157D31183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* Boot Process</a:t>
          </a:r>
          <a:endParaRPr lang="en-US"/>
        </a:p>
      </dgm:t>
    </dgm:pt>
    <dgm:pt modelId="{83C1518D-1B16-4EDA-B4A5-D5964A22D728}" type="parTrans" cxnId="{33CA8981-049A-450C-BD09-A806F63D6DB5}">
      <dgm:prSet/>
      <dgm:spPr/>
      <dgm:t>
        <a:bodyPr/>
        <a:lstStyle/>
        <a:p>
          <a:endParaRPr lang="en-US"/>
        </a:p>
      </dgm:t>
    </dgm:pt>
    <dgm:pt modelId="{B265F245-742E-48D5-A229-86CFCCD91225}" type="sibTrans" cxnId="{33CA8981-049A-450C-BD09-A806F63D6DB5}">
      <dgm:prSet/>
      <dgm:spPr/>
      <dgm:t>
        <a:bodyPr/>
        <a:lstStyle/>
        <a:p>
          <a:endParaRPr lang="en-US"/>
        </a:p>
      </dgm:t>
    </dgm:pt>
    <dgm:pt modelId="{72D2A5DE-FAAE-49EF-8784-1A151CECA45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* SSH Authentication</a:t>
          </a:r>
          <a:endParaRPr lang="en-US"/>
        </a:p>
      </dgm:t>
    </dgm:pt>
    <dgm:pt modelId="{AC99578C-D4F3-4A6E-A950-2E145A352DA8}" type="parTrans" cxnId="{378F21CA-B1BE-4DA3-B615-CF4A0C47D7B9}">
      <dgm:prSet/>
      <dgm:spPr/>
      <dgm:t>
        <a:bodyPr/>
        <a:lstStyle/>
        <a:p>
          <a:endParaRPr lang="en-US"/>
        </a:p>
      </dgm:t>
    </dgm:pt>
    <dgm:pt modelId="{5FD7C958-6FE1-4C3D-8530-31BCE1BFC154}" type="sibTrans" cxnId="{378F21CA-B1BE-4DA3-B615-CF4A0C47D7B9}">
      <dgm:prSet/>
      <dgm:spPr/>
      <dgm:t>
        <a:bodyPr/>
        <a:lstStyle/>
        <a:p>
          <a:endParaRPr lang="en-US"/>
        </a:p>
      </dgm:t>
    </dgm:pt>
    <dgm:pt modelId="{2E7E88B8-3225-4763-98B4-93C8E79F7CB9}" type="pres">
      <dgm:prSet presAssocID="{43D8D1E9-E143-49BE-B07B-57B3D46E61D5}" presName="root" presStyleCnt="0">
        <dgm:presLayoutVars>
          <dgm:dir/>
          <dgm:resizeHandles val="exact"/>
        </dgm:presLayoutVars>
      </dgm:prSet>
      <dgm:spPr/>
    </dgm:pt>
    <dgm:pt modelId="{B2DBDFD1-85C2-4777-B563-7877CC74D482}" type="pres">
      <dgm:prSet presAssocID="{7BA431DA-4B17-421A-8F8C-14E0AB579D99}" presName="compNode" presStyleCnt="0"/>
      <dgm:spPr/>
    </dgm:pt>
    <dgm:pt modelId="{09B5ADE4-9706-4823-B320-8493E1181541}" type="pres">
      <dgm:prSet presAssocID="{7BA431DA-4B17-421A-8F8C-14E0AB579D99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C658FBB7-E892-4ED0-9358-8A4C626C2A43}" type="pres">
      <dgm:prSet presAssocID="{7BA431DA-4B17-421A-8F8C-14E0AB579D9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E58AE6C-8D19-4815-9441-4EE4788294AD}" type="pres">
      <dgm:prSet presAssocID="{7BA431DA-4B17-421A-8F8C-14E0AB579D99}" presName="spaceRect" presStyleCnt="0"/>
      <dgm:spPr/>
    </dgm:pt>
    <dgm:pt modelId="{C8C8F7E2-E209-4455-8812-411975C13279}" type="pres">
      <dgm:prSet presAssocID="{7BA431DA-4B17-421A-8F8C-14E0AB579D99}" presName="textRect" presStyleLbl="revTx" presStyleIdx="0" presStyleCnt="6">
        <dgm:presLayoutVars>
          <dgm:chMax val="1"/>
          <dgm:chPref val="1"/>
        </dgm:presLayoutVars>
      </dgm:prSet>
      <dgm:spPr/>
    </dgm:pt>
    <dgm:pt modelId="{2F1708F5-4FB2-4B44-9EE7-CB5FB8DB55A4}" type="pres">
      <dgm:prSet presAssocID="{5B9B6BF3-B95B-46E5-A560-4622BC8E4B2F}" presName="sibTrans" presStyleCnt="0"/>
      <dgm:spPr/>
    </dgm:pt>
    <dgm:pt modelId="{9F5E71AB-0CE4-4AEC-8DB4-10AB7916A966}" type="pres">
      <dgm:prSet presAssocID="{79034CC8-635D-4577-A3F5-EF132F89D287}" presName="compNode" presStyleCnt="0"/>
      <dgm:spPr/>
    </dgm:pt>
    <dgm:pt modelId="{DA4917EE-D5F9-4BDE-937E-6142F9127056}" type="pres">
      <dgm:prSet presAssocID="{79034CC8-635D-4577-A3F5-EF132F89D287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C541D89A-975F-496D-90D6-8B614EB9B0F7}" type="pres">
      <dgm:prSet presAssocID="{79034CC8-635D-4577-A3F5-EF132F89D28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0F70E1C-27B8-42B1-9565-1B9B7603008F}" type="pres">
      <dgm:prSet presAssocID="{79034CC8-635D-4577-A3F5-EF132F89D287}" presName="spaceRect" presStyleCnt="0"/>
      <dgm:spPr/>
    </dgm:pt>
    <dgm:pt modelId="{84AA235B-E1A1-4D3A-A39D-68EB578F4960}" type="pres">
      <dgm:prSet presAssocID="{79034CC8-635D-4577-A3F5-EF132F89D287}" presName="textRect" presStyleLbl="revTx" presStyleIdx="1" presStyleCnt="6">
        <dgm:presLayoutVars>
          <dgm:chMax val="1"/>
          <dgm:chPref val="1"/>
        </dgm:presLayoutVars>
      </dgm:prSet>
      <dgm:spPr/>
    </dgm:pt>
    <dgm:pt modelId="{A2690BEE-E62D-4900-B847-177E5AC6D409}" type="pres">
      <dgm:prSet presAssocID="{139E34E1-9DBE-43AC-9A14-B583B4255BAF}" presName="sibTrans" presStyleCnt="0"/>
      <dgm:spPr/>
    </dgm:pt>
    <dgm:pt modelId="{E14798A1-69E2-49AB-94F6-B5D75908AD7D}" type="pres">
      <dgm:prSet presAssocID="{3A8C820F-E57C-46F0-9FF1-4A41B4232454}" presName="compNode" presStyleCnt="0"/>
      <dgm:spPr/>
    </dgm:pt>
    <dgm:pt modelId="{EEDFCD53-6B21-4FBF-AC12-7E2D4A133617}" type="pres">
      <dgm:prSet presAssocID="{3A8C820F-E57C-46F0-9FF1-4A41B4232454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BDDC3920-8527-4977-9756-CC7606DB7A63}" type="pres">
      <dgm:prSet presAssocID="{3A8C820F-E57C-46F0-9FF1-4A41B423245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EC3408F5-13ED-4A14-A931-9D0BD047422C}" type="pres">
      <dgm:prSet presAssocID="{3A8C820F-E57C-46F0-9FF1-4A41B4232454}" presName="spaceRect" presStyleCnt="0"/>
      <dgm:spPr/>
    </dgm:pt>
    <dgm:pt modelId="{094EB791-614C-42D2-95EB-D898C3A2B9DC}" type="pres">
      <dgm:prSet presAssocID="{3A8C820F-E57C-46F0-9FF1-4A41B4232454}" presName="textRect" presStyleLbl="revTx" presStyleIdx="2" presStyleCnt="6">
        <dgm:presLayoutVars>
          <dgm:chMax val="1"/>
          <dgm:chPref val="1"/>
        </dgm:presLayoutVars>
      </dgm:prSet>
      <dgm:spPr/>
    </dgm:pt>
    <dgm:pt modelId="{115BC1CC-093F-4A1C-9021-935F56F9C30D}" type="pres">
      <dgm:prSet presAssocID="{0D29EC44-47B9-4CF2-AB6B-30F514D95100}" presName="sibTrans" presStyleCnt="0"/>
      <dgm:spPr/>
    </dgm:pt>
    <dgm:pt modelId="{D8225CA3-CFE6-495D-82FF-6192174C3E2A}" type="pres">
      <dgm:prSet presAssocID="{384EF03D-10FB-43DB-8D3D-FC8C7B7C8C66}" presName="compNode" presStyleCnt="0"/>
      <dgm:spPr/>
    </dgm:pt>
    <dgm:pt modelId="{AE419DC9-CF81-4171-AEC0-665523D21DB0}" type="pres">
      <dgm:prSet presAssocID="{384EF03D-10FB-43DB-8D3D-FC8C7B7C8C66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9AC9442C-9CB9-4CC1-BB50-004B7ECE5D9C}" type="pres">
      <dgm:prSet presAssocID="{384EF03D-10FB-43DB-8D3D-FC8C7B7C8C6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ABCFFA74-273F-4DAB-A62F-E9DAD8B21728}" type="pres">
      <dgm:prSet presAssocID="{384EF03D-10FB-43DB-8D3D-FC8C7B7C8C66}" presName="spaceRect" presStyleCnt="0"/>
      <dgm:spPr/>
    </dgm:pt>
    <dgm:pt modelId="{4F033794-E1BD-4D47-A261-E6F42504050E}" type="pres">
      <dgm:prSet presAssocID="{384EF03D-10FB-43DB-8D3D-FC8C7B7C8C66}" presName="textRect" presStyleLbl="revTx" presStyleIdx="3" presStyleCnt="6">
        <dgm:presLayoutVars>
          <dgm:chMax val="1"/>
          <dgm:chPref val="1"/>
        </dgm:presLayoutVars>
      </dgm:prSet>
      <dgm:spPr/>
    </dgm:pt>
    <dgm:pt modelId="{863E82EB-2CF4-43DF-8FAB-E6CCFE43EB80}" type="pres">
      <dgm:prSet presAssocID="{63B01216-D02A-4AEC-B05A-2CC4C4CF7034}" presName="sibTrans" presStyleCnt="0"/>
      <dgm:spPr/>
    </dgm:pt>
    <dgm:pt modelId="{D9C48911-7163-4F72-A54E-C14E5E8E504A}" type="pres">
      <dgm:prSet presAssocID="{1DEBDA4D-2AC6-4DE5-ABB2-78157D311832}" presName="compNode" presStyleCnt="0"/>
      <dgm:spPr/>
    </dgm:pt>
    <dgm:pt modelId="{A1D1A010-5A78-48CD-98BD-75E84AB3FCD0}" type="pres">
      <dgm:prSet presAssocID="{1DEBDA4D-2AC6-4DE5-ABB2-78157D311832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9644F3A4-7405-4F00-B822-1DF927F4C631}" type="pres">
      <dgm:prSet presAssocID="{1DEBDA4D-2AC6-4DE5-ABB2-78157D31183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t"/>
        </a:ext>
      </dgm:extLst>
    </dgm:pt>
    <dgm:pt modelId="{1E0B3221-7D6B-4EDC-B8F4-D5B778E8E796}" type="pres">
      <dgm:prSet presAssocID="{1DEBDA4D-2AC6-4DE5-ABB2-78157D311832}" presName="spaceRect" presStyleCnt="0"/>
      <dgm:spPr/>
    </dgm:pt>
    <dgm:pt modelId="{43B05DE4-C705-4D26-9841-73EAA268E934}" type="pres">
      <dgm:prSet presAssocID="{1DEBDA4D-2AC6-4DE5-ABB2-78157D311832}" presName="textRect" presStyleLbl="revTx" presStyleIdx="4" presStyleCnt="6">
        <dgm:presLayoutVars>
          <dgm:chMax val="1"/>
          <dgm:chPref val="1"/>
        </dgm:presLayoutVars>
      </dgm:prSet>
      <dgm:spPr/>
    </dgm:pt>
    <dgm:pt modelId="{447BAD5C-5881-4C33-AEE2-3875AAC28688}" type="pres">
      <dgm:prSet presAssocID="{B265F245-742E-48D5-A229-86CFCCD91225}" presName="sibTrans" presStyleCnt="0"/>
      <dgm:spPr/>
    </dgm:pt>
    <dgm:pt modelId="{2431E2B3-1D86-4C31-AA9C-049398956D27}" type="pres">
      <dgm:prSet presAssocID="{72D2A5DE-FAAE-49EF-8784-1A151CECA45F}" presName="compNode" presStyleCnt="0"/>
      <dgm:spPr/>
    </dgm:pt>
    <dgm:pt modelId="{757EA988-39B5-440B-B94E-AD3C61305588}" type="pres">
      <dgm:prSet presAssocID="{72D2A5DE-FAAE-49EF-8784-1A151CECA45F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1B608F73-D0EB-47C4-82D3-6B7389FAC86A}" type="pres">
      <dgm:prSet presAssocID="{72D2A5DE-FAAE-49EF-8784-1A151CECA45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FF483D8-FE33-4CD3-91E9-A990AB848D35}" type="pres">
      <dgm:prSet presAssocID="{72D2A5DE-FAAE-49EF-8784-1A151CECA45F}" presName="spaceRect" presStyleCnt="0"/>
      <dgm:spPr/>
    </dgm:pt>
    <dgm:pt modelId="{E3250226-4B42-4C89-9195-15B463F3F2F7}" type="pres">
      <dgm:prSet presAssocID="{72D2A5DE-FAAE-49EF-8784-1A151CECA45F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FDACD81B-D616-45D1-BB9D-DA557C724D43}" srcId="{43D8D1E9-E143-49BE-B07B-57B3D46E61D5}" destId="{7BA431DA-4B17-421A-8F8C-14E0AB579D99}" srcOrd="0" destOrd="0" parTransId="{EA5F2F45-E729-419F-95B7-5EFCEF2E943B}" sibTransId="{5B9B6BF3-B95B-46E5-A560-4622BC8E4B2F}"/>
    <dgm:cxn modelId="{5FEA2827-AFAF-4356-9588-AEC9F29EFC8A}" srcId="{43D8D1E9-E143-49BE-B07B-57B3D46E61D5}" destId="{79034CC8-635D-4577-A3F5-EF132F89D287}" srcOrd="1" destOrd="0" parTransId="{D828EB6F-C822-4EEC-8968-D9D768DCF27A}" sibTransId="{139E34E1-9DBE-43AC-9A14-B583B4255BAF}"/>
    <dgm:cxn modelId="{1C0A4361-8626-49FB-ABBF-4041BA9CDD7B}" type="presOf" srcId="{43D8D1E9-E143-49BE-B07B-57B3D46E61D5}" destId="{2E7E88B8-3225-4763-98B4-93C8E79F7CB9}" srcOrd="0" destOrd="0" presId="urn:microsoft.com/office/officeart/2018/5/layout/IconLeafLabelList"/>
    <dgm:cxn modelId="{677B7A4C-EAA3-457A-AB55-68256AFE25C0}" type="presOf" srcId="{1DEBDA4D-2AC6-4DE5-ABB2-78157D311832}" destId="{43B05DE4-C705-4D26-9841-73EAA268E934}" srcOrd="0" destOrd="0" presId="urn:microsoft.com/office/officeart/2018/5/layout/IconLeafLabelList"/>
    <dgm:cxn modelId="{CF9E9D7F-5616-44E7-9245-AAF1AA8A10E6}" type="presOf" srcId="{384EF03D-10FB-43DB-8D3D-FC8C7B7C8C66}" destId="{4F033794-E1BD-4D47-A261-E6F42504050E}" srcOrd="0" destOrd="0" presId="urn:microsoft.com/office/officeart/2018/5/layout/IconLeafLabelList"/>
    <dgm:cxn modelId="{08EADE7F-E13D-42A6-BB9E-630A95BB135D}" type="presOf" srcId="{7BA431DA-4B17-421A-8F8C-14E0AB579D99}" destId="{C8C8F7E2-E209-4455-8812-411975C13279}" srcOrd="0" destOrd="0" presId="urn:microsoft.com/office/officeart/2018/5/layout/IconLeafLabelList"/>
    <dgm:cxn modelId="{412F7C81-BD72-4BE4-AE88-7D819394CBD5}" type="presOf" srcId="{79034CC8-635D-4577-A3F5-EF132F89D287}" destId="{84AA235B-E1A1-4D3A-A39D-68EB578F4960}" srcOrd="0" destOrd="0" presId="urn:microsoft.com/office/officeart/2018/5/layout/IconLeafLabelList"/>
    <dgm:cxn modelId="{33CA8981-049A-450C-BD09-A806F63D6DB5}" srcId="{43D8D1E9-E143-49BE-B07B-57B3D46E61D5}" destId="{1DEBDA4D-2AC6-4DE5-ABB2-78157D311832}" srcOrd="4" destOrd="0" parTransId="{83C1518D-1B16-4EDA-B4A5-D5964A22D728}" sibTransId="{B265F245-742E-48D5-A229-86CFCCD91225}"/>
    <dgm:cxn modelId="{2847D585-EA67-4FB7-83A0-5195768B2EAC}" type="presOf" srcId="{72D2A5DE-FAAE-49EF-8784-1A151CECA45F}" destId="{E3250226-4B42-4C89-9195-15B463F3F2F7}" srcOrd="0" destOrd="0" presId="urn:microsoft.com/office/officeart/2018/5/layout/IconLeafLabelList"/>
    <dgm:cxn modelId="{1902648E-FA0E-44F3-A2CF-C7214FF5613D}" type="presOf" srcId="{3A8C820F-E57C-46F0-9FF1-4A41B4232454}" destId="{094EB791-614C-42D2-95EB-D898C3A2B9DC}" srcOrd="0" destOrd="0" presId="urn:microsoft.com/office/officeart/2018/5/layout/IconLeafLabelList"/>
    <dgm:cxn modelId="{378F21CA-B1BE-4DA3-B615-CF4A0C47D7B9}" srcId="{43D8D1E9-E143-49BE-B07B-57B3D46E61D5}" destId="{72D2A5DE-FAAE-49EF-8784-1A151CECA45F}" srcOrd="5" destOrd="0" parTransId="{AC99578C-D4F3-4A6E-A950-2E145A352DA8}" sibTransId="{5FD7C958-6FE1-4C3D-8530-31BCE1BFC154}"/>
    <dgm:cxn modelId="{BFD380E7-68FB-490E-BD72-E9FA5598B2A3}" srcId="{43D8D1E9-E143-49BE-B07B-57B3D46E61D5}" destId="{3A8C820F-E57C-46F0-9FF1-4A41B4232454}" srcOrd="2" destOrd="0" parTransId="{EC35D405-6903-465B-BCE8-BA9776A99603}" sibTransId="{0D29EC44-47B9-4CF2-AB6B-30F514D95100}"/>
    <dgm:cxn modelId="{8AE501F8-811A-4B21-BDE0-D47E714F4E57}" srcId="{43D8D1E9-E143-49BE-B07B-57B3D46E61D5}" destId="{384EF03D-10FB-43DB-8D3D-FC8C7B7C8C66}" srcOrd="3" destOrd="0" parTransId="{99AAE991-44A5-4222-AB68-2B0DE62A91B7}" sibTransId="{63B01216-D02A-4AEC-B05A-2CC4C4CF7034}"/>
    <dgm:cxn modelId="{2E93E954-4DDD-4F6D-A813-55A51BCD4E98}" type="presParOf" srcId="{2E7E88B8-3225-4763-98B4-93C8E79F7CB9}" destId="{B2DBDFD1-85C2-4777-B563-7877CC74D482}" srcOrd="0" destOrd="0" presId="urn:microsoft.com/office/officeart/2018/5/layout/IconLeafLabelList"/>
    <dgm:cxn modelId="{1667658A-03B0-4F36-B4D1-8E811768B0EF}" type="presParOf" srcId="{B2DBDFD1-85C2-4777-B563-7877CC74D482}" destId="{09B5ADE4-9706-4823-B320-8493E1181541}" srcOrd="0" destOrd="0" presId="urn:microsoft.com/office/officeart/2018/5/layout/IconLeafLabelList"/>
    <dgm:cxn modelId="{84B74909-6FCC-4FEE-8FC0-6CE773DC9DFA}" type="presParOf" srcId="{B2DBDFD1-85C2-4777-B563-7877CC74D482}" destId="{C658FBB7-E892-4ED0-9358-8A4C626C2A43}" srcOrd="1" destOrd="0" presId="urn:microsoft.com/office/officeart/2018/5/layout/IconLeafLabelList"/>
    <dgm:cxn modelId="{46779734-CBA9-48D3-93F0-F2C2DB2F190B}" type="presParOf" srcId="{B2DBDFD1-85C2-4777-B563-7877CC74D482}" destId="{FE58AE6C-8D19-4815-9441-4EE4788294AD}" srcOrd="2" destOrd="0" presId="urn:microsoft.com/office/officeart/2018/5/layout/IconLeafLabelList"/>
    <dgm:cxn modelId="{2BC2E348-7709-4865-8D8F-D63A626C3F5D}" type="presParOf" srcId="{B2DBDFD1-85C2-4777-B563-7877CC74D482}" destId="{C8C8F7E2-E209-4455-8812-411975C13279}" srcOrd="3" destOrd="0" presId="urn:microsoft.com/office/officeart/2018/5/layout/IconLeafLabelList"/>
    <dgm:cxn modelId="{54D821A7-01E8-4226-A244-4EC3451BA435}" type="presParOf" srcId="{2E7E88B8-3225-4763-98B4-93C8E79F7CB9}" destId="{2F1708F5-4FB2-4B44-9EE7-CB5FB8DB55A4}" srcOrd="1" destOrd="0" presId="urn:microsoft.com/office/officeart/2018/5/layout/IconLeafLabelList"/>
    <dgm:cxn modelId="{187C224F-E872-4424-BABA-4E902B151B92}" type="presParOf" srcId="{2E7E88B8-3225-4763-98B4-93C8E79F7CB9}" destId="{9F5E71AB-0CE4-4AEC-8DB4-10AB7916A966}" srcOrd="2" destOrd="0" presId="urn:microsoft.com/office/officeart/2018/5/layout/IconLeafLabelList"/>
    <dgm:cxn modelId="{BDE2183D-9EA5-44A6-ADB6-19970D0A1AA7}" type="presParOf" srcId="{9F5E71AB-0CE4-4AEC-8DB4-10AB7916A966}" destId="{DA4917EE-D5F9-4BDE-937E-6142F9127056}" srcOrd="0" destOrd="0" presId="urn:microsoft.com/office/officeart/2018/5/layout/IconLeafLabelList"/>
    <dgm:cxn modelId="{9B536F74-470D-4380-866C-089A9FA841D9}" type="presParOf" srcId="{9F5E71AB-0CE4-4AEC-8DB4-10AB7916A966}" destId="{C541D89A-975F-496D-90D6-8B614EB9B0F7}" srcOrd="1" destOrd="0" presId="urn:microsoft.com/office/officeart/2018/5/layout/IconLeafLabelList"/>
    <dgm:cxn modelId="{DCE55D2D-5543-4B60-A190-34CA2198BA26}" type="presParOf" srcId="{9F5E71AB-0CE4-4AEC-8DB4-10AB7916A966}" destId="{90F70E1C-27B8-42B1-9565-1B9B7603008F}" srcOrd="2" destOrd="0" presId="urn:microsoft.com/office/officeart/2018/5/layout/IconLeafLabelList"/>
    <dgm:cxn modelId="{608BECBB-F0E5-406A-BCAB-09CE1203E4F4}" type="presParOf" srcId="{9F5E71AB-0CE4-4AEC-8DB4-10AB7916A966}" destId="{84AA235B-E1A1-4D3A-A39D-68EB578F4960}" srcOrd="3" destOrd="0" presId="urn:microsoft.com/office/officeart/2018/5/layout/IconLeafLabelList"/>
    <dgm:cxn modelId="{DE734BC3-B3D1-426D-93A6-F9211EBEA5CA}" type="presParOf" srcId="{2E7E88B8-3225-4763-98B4-93C8E79F7CB9}" destId="{A2690BEE-E62D-4900-B847-177E5AC6D409}" srcOrd="3" destOrd="0" presId="urn:microsoft.com/office/officeart/2018/5/layout/IconLeafLabelList"/>
    <dgm:cxn modelId="{88E3611D-3504-4C69-BB8A-1D1070BB998B}" type="presParOf" srcId="{2E7E88B8-3225-4763-98B4-93C8E79F7CB9}" destId="{E14798A1-69E2-49AB-94F6-B5D75908AD7D}" srcOrd="4" destOrd="0" presId="urn:microsoft.com/office/officeart/2018/5/layout/IconLeafLabelList"/>
    <dgm:cxn modelId="{40876B39-DE2E-4416-A48C-39EF5A74ADBD}" type="presParOf" srcId="{E14798A1-69E2-49AB-94F6-B5D75908AD7D}" destId="{EEDFCD53-6B21-4FBF-AC12-7E2D4A133617}" srcOrd="0" destOrd="0" presId="urn:microsoft.com/office/officeart/2018/5/layout/IconLeafLabelList"/>
    <dgm:cxn modelId="{3601DDD8-B1BC-490B-BA06-52E7E676331F}" type="presParOf" srcId="{E14798A1-69E2-49AB-94F6-B5D75908AD7D}" destId="{BDDC3920-8527-4977-9756-CC7606DB7A63}" srcOrd="1" destOrd="0" presId="urn:microsoft.com/office/officeart/2018/5/layout/IconLeafLabelList"/>
    <dgm:cxn modelId="{9AF1D2DD-ECCF-4912-82C4-93A945BCFF2D}" type="presParOf" srcId="{E14798A1-69E2-49AB-94F6-B5D75908AD7D}" destId="{EC3408F5-13ED-4A14-A931-9D0BD047422C}" srcOrd="2" destOrd="0" presId="urn:microsoft.com/office/officeart/2018/5/layout/IconLeafLabelList"/>
    <dgm:cxn modelId="{88E474F5-F59A-48AA-BE45-153B2BE1E89B}" type="presParOf" srcId="{E14798A1-69E2-49AB-94F6-B5D75908AD7D}" destId="{094EB791-614C-42D2-95EB-D898C3A2B9DC}" srcOrd="3" destOrd="0" presId="urn:microsoft.com/office/officeart/2018/5/layout/IconLeafLabelList"/>
    <dgm:cxn modelId="{E7A96D21-BD39-4161-BD58-2F669B4CEFF8}" type="presParOf" srcId="{2E7E88B8-3225-4763-98B4-93C8E79F7CB9}" destId="{115BC1CC-093F-4A1C-9021-935F56F9C30D}" srcOrd="5" destOrd="0" presId="urn:microsoft.com/office/officeart/2018/5/layout/IconLeafLabelList"/>
    <dgm:cxn modelId="{6107CAF6-814B-4DAE-8E7E-08F3D6E9CB9B}" type="presParOf" srcId="{2E7E88B8-3225-4763-98B4-93C8E79F7CB9}" destId="{D8225CA3-CFE6-495D-82FF-6192174C3E2A}" srcOrd="6" destOrd="0" presId="urn:microsoft.com/office/officeart/2018/5/layout/IconLeafLabelList"/>
    <dgm:cxn modelId="{B821EB7F-FF1F-469E-AB33-257A3EC2FB7A}" type="presParOf" srcId="{D8225CA3-CFE6-495D-82FF-6192174C3E2A}" destId="{AE419DC9-CF81-4171-AEC0-665523D21DB0}" srcOrd="0" destOrd="0" presId="urn:microsoft.com/office/officeart/2018/5/layout/IconLeafLabelList"/>
    <dgm:cxn modelId="{67775A53-3284-453B-8647-5943AC1FE9C3}" type="presParOf" srcId="{D8225CA3-CFE6-495D-82FF-6192174C3E2A}" destId="{9AC9442C-9CB9-4CC1-BB50-004B7ECE5D9C}" srcOrd="1" destOrd="0" presId="urn:microsoft.com/office/officeart/2018/5/layout/IconLeafLabelList"/>
    <dgm:cxn modelId="{00D9BBBF-13C2-4213-813B-93800FBBACE7}" type="presParOf" srcId="{D8225CA3-CFE6-495D-82FF-6192174C3E2A}" destId="{ABCFFA74-273F-4DAB-A62F-E9DAD8B21728}" srcOrd="2" destOrd="0" presId="urn:microsoft.com/office/officeart/2018/5/layout/IconLeafLabelList"/>
    <dgm:cxn modelId="{1C70550A-6A8E-4DBC-A5ED-169E52D4B622}" type="presParOf" srcId="{D8225CA3-CFE6-495D-82FF-6192174C3E2A}" destId="{4F033794-E1BD-4D47-A261-E6F42504050E}" srcOrd="3" destOrd="0" presId="urn:microsoft.com/office/officeart/2018/5/layout/IconLeafLabelList"/>
    <dgm:cxn modelId="{561C3680-3990-4603-8DF9-83C49F298296}" type="presParOf" srcId="{2E7E88B8-3225-4763-98B4-93C8E79F7CB9}" destId="{863E82EB-2CF4-43DF-8FAB-E6CCFE43EB80}" srcOrd="7" destOrd="0" presId="urn:microsoft.com/office/officeart/2018/5/layout/IconLeafLabelList"/>
    <dgm:cxn modelId="{E4A838B3-2EDE-426B-9525-42DEC44E4E4B}" type="presParOf" srcId="{2E7E88B8-3225-4763-98B4-93C8E79F7CB9}" destId="{D9C48911-7163-4F72-A54E-C14E5E8E504A}" srcOrd="8" destOrd="0" presId="urn:microsoft.com/office/officeart/2018/5/layout/IconLeafLabelList"/>
    <dgm:cxn modelId="{483696BF-838D-4F56-A59D-4680F2C56E6A}" type="presParOf" srcId="{D9C48911-7163-4F72-A54E-C14E5E8E504A}" destId="{A1D1A010-5A78-48CD-98BD-75E84AB3FCD0}" srcOrd="0" destOrd="0" presId="urn:microsoft.com/office/officeart/2018/5/layout/IconLeafLabelList"/>
    <dgm:cxn modelId="{7549EDFD-7903-45D4-8984-283AE4E9AADA}" type="presParOf" srcId="{D9C48911-7163-4F72-A54E-C14E5E8E504A}" destId="{9644F3A4-7405-4F00-B822-1DF927F4C631}" srcOrd="1" destOrd="0" presId="urn:microsoft.com/office/officeart/2018/5/layout/IconLeafLabelList"/>
    <dgm:cxn modelId="{AB1B084B-6DF4-4922-A965-80EBC1B88C68}" type="presParOf" srcId="{D9C48911-7163-4F72-A54E-C14E5E8E504A}" destId="{1E0B3221-7D6B-4EDC-B8F4-D5B778E8E796}" srcOrd="2" destOrd="0" presId="urn:microsoft.com/office/officeart/2018/5/layout/IconLeafLabelList"/>
    <dgm:cxn modelId="{CE174775-CA90-4778-9CBE-5538F5CC1039}" type="presParOf" srcId="{D9C48911-7163-4F72-A54E-C14E5E8E504A}" destId="{43B05DE4-C705-4D26-9841-73EAA268E934}" srcOrd="3" destOrd="0" presId="urn:microsoft.com/office/officeart/2018/5/layout/IconLeafLabelList"/>
    <dgm:cxn modelId="{E1F96B97-C4C9-43F1-BD00-C86A315B0559}" type="presParOf" srcId="{2E7E88B8-3225-4763-98B4-93C8E79F7CB9}" destId="{447BAD5C-5881-4C33-AEE2-3875AAC28688}" srcOrd="9" destOrd="0" presId="urn:microsoft.com/office/officeart/2018/5/layout/IconLeafLabelList"/>
    <dgm:cxn modelId="{FF49DD60-CBCE-475F-B3CD-0A0327112B4A}" type="presParOf" srcId="{2E7E88B8-3225-4763-98B4-93C8E79F7CB9}" destId="{2431E2B3-1D86-4C31-AA9C-049398956D27}" srcOrd="10" destOrd="0" presId="urn:microsoft.com/office/officeart/2018/5/layout/IconLeafLabelList"/>
    <dgm:cxn modelId="{B354B03B-F64E-4239-8695-5B5E0B90863A}" type="presParOf" srcId="{2431E2B3-1D86-4C31-AA9C-049398956D27}" destId="{757EA988-39B5-440B-B94E-AD3C61305588}" srcOrd="0" destOrd="0" presId="urn:microsoft.com/office/officeart/2018/5/layout/IconLeafLabelList"/>
    <dgm:cxn modelId="{563D5338-165C-4E88-9E04-39BDEFF368AE}" type="presParOf" srcId="{2431E2B3-1D86-4C31-AA9C-049398956D27}" destId="{1B608F73-D0EB-47C4-82D3-6B7389FAC86A}" srcOrd="1" destOrd="0" presId="urn:microsoft.com/office/officeart/2018/5/layout/IconLeafLabelList"/>
    <dgm:cxn modelId="{56BCD9ED-3AC0-443B-807D-15929B49508E}" type="presParOf" srcId="{2431E2B3-1D86-4C31-AA9C-049398956D27}" destId="{BFF483D8-FE33-4CD3-91E9-A990AB848D35}" srcOrd="2" destOrd="0" presId="urn:microsoft.com/office/officeart/2018/5/layout/IconLeafLabelList"/>
    <dgm:cxn modelId="{9804D836-DBAB-4E7C-B8A3-3497170FD65C}" type="presParOf" srcId="{2431E2B3-1D86-4C31-AA9C-049398956D27}" destId="{E3250226-4B42-4C89-9195-15B463F3F2F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F0831C-A3EA-4307-9C9C-90EC0F84D95C}">
      <dsp:nvSpPr>
        <dsp:cNvPr id="0" name=""/>
        <dsp:cNvSpPr/>
      </dsp:nvSpPr>
      <dsp:spPr>
        <a:xfrm>
          <a:off x="292049" y="1738"/>
          <a:ext cx="2021614" cy="121296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ps – View currently running processes</a:t>
          </a:r>
        </a:p>
      </dsp:txBody>
      <dsp:txXfrm>
        <a:off x="292049" y="1738"/>
        <a:ext cx="2021614" cy="1212968"/>
      </dsp:txXfrm>
    </dsp:sp>
    <dsp:sp modelId="{4EF279FD-D3EE-4A94-A8F2-0F6732658298}">
      <dsp:nvSpPr>
        <dsp:cNvPr id="0" name=""/>
        <dsp:cNvSpPr/>
      </dsp:nvSpPr>
      <dsp:spPr>
        <a:xfrm>
          <a:off x="2515824" y="1738"/>
          <a:ext cx="2021614" cy="121296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top – Real-time view of active processes</a:t>
          </a:r>
        </a:p>
      </dsp:txBody>
      <dsp:txXfrm>
        <a:off x="2515824" y="1738"/>
        <a:ext cx="2021614" cy="1212968"/>
      </dsp:txXfrm>
    </dsp:sp>
    <dsp:sp modelId="{37562D11-0CEB-4691-A9E0-8ADC8BD606F6}">
      <dsp:nvSpPr>
        <dsp:cNvPr id="0" name=""/>
        <dsp:cNvSpPr/>
      </dsp:nvSpPr>
      <dsp:spPr>
        <a:xfrm>
          <a:off x="4739600" y="1738"/>
          <a:ext cx="2021614" cy="121296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kill PID – Terminate a process by PID</a:t>
          </a:r>
        </a:p>
      </dsp:txBody>
      <dsp:txXfrm>
        <a:off x="4739600" y="1738"/>
        <a:ext cx="2021614" cy="1212968"/>
      </dsp:txXfrm>
    </dsp:sp>
    <dsp:sp modelId="{F68626A9-843E-4F08-9A67-2A4BC0BDFCA5}">
      <dsp:nvSpPr>
        <dsp:cNvPr id="0" name=""/>
        <dsp:cNvSpPr/>
      </dsp:nvSpPr>
      <dsp:spPr>
        <a:xfrm>
          <a:off x="292049" y="1416868"/>
          <a:ext cx="2021614" cy="121296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pkill processname – Terminate by process name</a:t>
          </a:r>
        </a:p>
      </dsp:txBody>
      <dsp:txXfrm>
        <a:off x="292049" y="1416868"/>
        <a:ext cx="2021614" cy="1212968"/>
      </dsp:txXfrm>
    </dsp:sp>
    <dsp:sp modelId="{95B49325-6E60-4331-9DDD-B5326EB23C1A}">
      <dsp:nvSpPr>
        <dsp:cNvPr id="0" name=""/>
        <dsp:cNvSpPr/>
      </dsp:nvSpPr>
      <dsp:spPr>
        <a:xfrm>
          <a:off x="2515824" y="1416868"/>
          <a:ext cx="2021614" cy="121296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nice/renice – Adjust process priority</a:t>
          </a:r>
        </a:p>
      </dsp:txBody>
      <dsp:txXfrm>
        <a:off x="2515824" y="1416868"/>
        <a:ext cx="2021614" cy="1212968"/>
      </dsp:txXfrm>
    </dsp:sp>
    <dsp:sp modelId="{293A2299-3753-4840-877C-5ED8518E4D1E}">
      <dsp:nvSpPr>
        <dsp:cNvPr id="0" name=""/>
        <dsp:cNvSpPr/>
      </dsp:nvSpPr>
      <dsp:spPr>
        <a:xfrm>
          <a:off x="4739600" y="1416868"/>
          <a:ext cx="2021614" cy="121296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iostat – Report CPU and I/O statistics (from sysstat package)</a:t>
          </a:r>
        </a:p>
      </dsp:txBody>
      <dsp:txXfrm>
        <a:off x="4739600" y="1416868"/>
        <a:ext cx="2021614" cy="1212968"/>
      </dsp:txXfrm>
    </dsp:sp>
    <dsp:sp modelId="{61FA9940-B61B-4F6C-B077-3C58EF005512}">
      <dsp:nvSpPr>
        <dsp:cNvPr id="0" name=""/>
        <dsp:cNvSpPr/>
      </dsp:nvSpPr>
      <dsp:spPr>
        <a:xfrm>
          <a:off x="1403937" y="2831998"/>
          <a:ext cx="2021614" cy="121296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sar – Collect and display performance data (also part of sysstat)</a:t>
          </a:r>
        </a:p>
      </dsp:txBody>
      <dsp:txXfrm>
        <a:off x="1403937" y="2831998"/>
        <a:ext cx="2021614" cy="1212968"/>
      </dsp:txXfrm>
    </dsp:sp>
    <dsp:sp modelId="{C01265FF-0D27-46B5-9CE5-7E5FFBC9303F}">
      <dsp:nvSpPr>
        <dsp:cNvPr id="0" name=""/>
        <dsp:cNvSpPr/>
      </dsp:nvSpPr>
      <dsp:spPr>
        <a:xfrm>
          <a:off x="3627712" y="2831998"/>
          <a:ext cx="2021614" cy="121296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uptime – Show system load averages and uptime</a:t>
          </a:r>
        </a:p>
      </dsp:txBody>
      <dsp:txXfrm>
        <a:off x="3627712" y="2831998"/>
        <a:ext cx="2021614" cy="12129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31C5E-4933-4E40-AACF-CB00FE9C8B65}">
      <dsp:nvSpPr>
        <dsp:cNvPr id="0" name=""/>
        <dsp:cNvSpPr/>
      </dsp:nvSpPr>
      <dsp:spPr>
        <a:xfrm>
          <a:off x="0" y="152522"/>
          <a:ext cx="4211240" cy="70156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- SSH: Secure Shell for remote login.</a:t>
          </a:r>
          <a:endParaRPr lang="en-US" sz="1800" kern="1200"/>
        </a:p>
      </dsp:txBody>
      <dsp:txXfrm>
        <a:off x="34247" y="186769"/>
        <a:ext cx="4142746" cy="633067"/>
      </dsp:txXfrm>
    </dsp:sp>
    <dsp:sp modelId="{CBE36131-AFC0-4FB4-8A0F-1B2EDAD63A10}">
      <dsp:nvSpPr>
        <dsp:cNvPr id="0" name=""/>
        <dsp:cNvSpPr/>
      </dsp:nvSpPr>
      <dsp:spPr>
        <a:xfrm>
          <a:off x="0" y="905924"/>
          <a:ext cx="4211240" cy="701561"/>
        </a:xfrm>
        <a:prstGeom prst="roundRect">
          <a:avLst/>
        </a:prstGeom>
        <a:solidFill>
          <a:schemeClr val="accent2">
            <a:hueOff val="270963"/>
            <a:satOff val="-1326"/>
            <a:lumOff val="74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- Syntax: ssh user@host</a:t>
          </a:r>
          <a:endParaRPr lang="en-US" sz="1800" kern="1200"/>
        </a:p>
      </dsp:txBody>
      <dsp:txXfrm>
        <a:off x="34247" y="940171"/>
        <a:ext cx="4142746" cy="633067"/>
      </dsp:txXfrm>
    </dsp:sp>
    <dsp:sp modelId="{862206ED-E3B6-45F7-ADAF-181290806AE1}">
      <dsp:nvSpPr>
        <dsp:cNvPr id="0" name=""/>
        <dsp:cNvSpPr/>
      </dsp:nvSpPr>
      <dsp:spPr>
        <a:xfrm>
          <a:off x="0" y="1659325"/>
          <a:ext cx="4211240" cy="701561"/>
        </a:xfrm>
        <a:prstGeom prst="roundRect">
          <a:avLst/>
        </a:prstGeom>
        <a:solidFill>
          <a:schemeClr val="accent2">
            <a:hueOff val="541926"/>
            <a:satOff val="-2653"/>
            <a:lumOff val="149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- Generate Keys: ssh-keygen (creates public/private key).</a:t>
          </a:r>
          <a:endParaRPr lang="en-US" sz="1800" kern="1200"/>
        </a:p>
      </dsp:txBody>
      <dsp:txXfrm>
        <a:off x="34247" y="1693572"/>
        <a:ext cx="4142746" cy="633067"/>
      </dsp:txXfrm>
    </dsp:sp>
    <dsp:sp modelId="{33B45DB0-2FAC-4758-9986-345373C6C6D3}">
      <dsp:nvSpPr>
        <dsp:cNvPr id="0" name=""/>
        <dsp:cNvSpPr/>
      </dsp:nvSpPr>
      <dsp:spPr>
        <a:xfrm>
          <a:off x="0" y="2412726"/>
          <a:ext cx="4211240" cy="701561"/>
        </a:xfrm>
        <a:prstGeom prst="roundRect">
          <a:avLst/>
        </a:prstGeom>
        <a:solidFill>
          <a:schemeClr val="accent2">
            <a:hueOff val="812888"/>
            <a:satOff val="-3979"/>
            <a:lumOff val="223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- Copy Public Key: ssh-copy-id user@remotehost.</a:t>
          </a:r>
          <a:endParaRPr lang="en-US" sz="1800" kern="1200"/>
        </a:p>
      </dsp:txBody>
      <dsp:txXfrm>
        <a:off x="34247" y="2446973"/>
        <a:ext cx="4142746" cy="633067"/>
      </dsp:txXfrm>
    </dsp:sp>
    <dsp:sp modelId="{9A26EECD-C5A2-4083-A06F-9A6B2B9505F5}">
      <dsp:nvSpPr>
        <dsp:cNvPr id="0" name=""/>
        <dsp:cNvSpPr/>
      </dsp:nvSpPr>
      <dsp:spPr>
        <a:xfrm>
          <a:off x="0" y="3166127"/>
          <a:ext cx="4211240" cy="701561"/>
        </a:xfrm>
        <a:prstGeom prst="roundRect">
          <a:avLst/>
        </a:prstGeom>
        <a:solidFill>
          <a:schemeClr val="accent2">
            <a:hueOff val="1083851"/>
            <a:satOff val="-5306"/>
            <a:lumOff val="298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- Benefit: Login without password.</a:t>
          </a:r>
          <a:endParaRPr lang="en-US" sz="1800" kern="1200"/>
        </a:p>
      </dsp:txBody>
      <dsp:txXfrm>
        <a:off x="34247" y="3200374"/>
        <a:ext cx="4142746" cy="633067"/>
      </dsp:txXfrm>
    </dsp:sp>
    <dsp:sp modelId="{B483A9AC-B958-4004-A997-FE8C87EC0795}">
      <dsp:nvSpPr>
        <dsp:cNvPr id="0" name=""/>
        <dsp:cNvSpPr/>
      </dsp:nvSpPr>
      <dsp:spPr>
        <a:xfrm>
          <a:off x="0" y="3919528"/>
          <a:ext cx="4211240" cy="701561"/>
        </a:xfrm>
        <a:prstGeom prst="roundRect">
          <a:avLst/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- Security Tip: Protect private key and use ssh-agent.</a:t>
          </a:r>
          <a:endParaRPr lang="en-US" sz="1800" kern="1200"/>
        </a:p>
      </dsp:txBody>
      <dsp:txXfrm>
        <a:off x="34247" y="3953775"/>
        <a:ext cx="4142746" cy="6330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B5ADE4-9706-4823-B320-8493E1181541}">
      <dsp:nvSpPr>
        <dsp:cNvPr id="0" name=""/>
        <dsp:cNvSpPr/>
      </dsp:nvSpPr>
      <dsp:spPr>
        <a:xfrm>
          <a:off x="678859" y="1894"/>
          <a:ext cx="782753" cy="7827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58FBB7-E892-4ED0-9358-8A4C626C2A43}">
      <dsp:nvSpPr>
        <dsp:cNvPr id="0" name=""/>
        <dsp:cNvSpPr/>
      </dsp:nvSpPr>
      <dsp:spPr>
        <a:xfrm>
          <a:off x="845676" y="168710"/>
          <a:ext cx="449121" cy="4491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8F7E2-E209-4455-8812-411975C13279}">
      <dsp:nvSpPr>
        <dsp:cNvPr id="0" name=""/>
        <dsp:cNvSpPr/>
      </dsp:nvSpPr>
      <dsp:spPr>
        <a:xfrm>
          <a:off x="428635" y="1028456"/>
          <a:ext cx="1283203" cy="51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- Covered Key Linux System Administration</a:t>
          </a:r>
          <a:endParaRPr lang="en-US" sz="1100" kern="1200"/>
        </a:p>
      </dsp:txBody>
      <dsp:txXfrm>
        <a:off x="428635" y="1028456"/>
        <a:ext cx="1283203" cy="513281"/>
      </dsp:txXfrm>
    </dsp:sp>
    <dsp:sp modelId="{DA4917EE-D5F9-4BDE-937E-6142F9127056}">
      <dsp:nvSpPr>
        <dsp:cNvPr id="0" name=""/>
        <dsp:cNvSpPr/>
      </dsp:nvSpPr>
      <dsp:spPr>
        <a:xfrm>
          <a:off x="2186623" y="1894"/>
          <a:ext cx="782753" cy="7827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41D89A-975F-496D-90D6-8B614EB9B0F7}">
      <dsp:nvSpPr>
        <dsp:cNvPr id="0" name=""/>
        <dsp:cNvSpPr/>
      </dsp:nvSpPr>
      <dsp:spPr>
        <a:xfrm>
          <a:off x="2353439" y="168710"/>
          <a:ext cx="449121" cy="4491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A235B-E1A1-4D3A-A39D-68EB578F4960}">
      <dsp:nvSpPr>
        <dsp:cNvPr id="0" name=""/>
        <dsp:cNvSpPr/>
      </dsp:nvSpPr>
      <dsp:spPr>
        <a:xfrm>
          <a:off x="1936398" y="1028456"/>
          <a:ext cx="1283203" cy="51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* File System &amp; Process Management</a:t>
          </a:r>
          <a:endParaRPr lang="en-US" sz="1100" kern="1200"/>
        </a:p>
      </dsp:txBody>
      <dsp:txXfrm>
        <a:off x="1936398" y="1028456"/>
        <a:ext cx="1283203" cy="513281"/>
      </dsp:txXfrm>
    </dsp:sp>
    <dsp:sp modelId="{EEDFCD53-6B21-4FBF-AC12-7E2D4A133617}">
      <dsp:nvSpPr>
        <dsp:cNvPr id="0" name=""/>
        <dsp:cNvSpPr/>
      </dsp:nvSpPr>
      <dsp:spPr>
        <a:xfrm>
          <a:off x="3694387" y="1894"/>
          <a:ext cx="782753" cy="7827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DC3920-8527-4977-9756-CC7606DB7A63}">
      <dsp:nvSpPr>
        <dsp:cNvPr id="0" name=""/>
        <dsp:cNvSpPr/>
      </dsp:nvSpPr>
      <dsp:spPr>
        <a:xfrm>
          <a:off x="3861203" y="168710"/>
          <a:ext cx="449121" cy="4491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EB791-614C-42D2-95EB-D898C3A2B9DC}">
      <dsp:nvSpPr>
        <dsp:cNvPr id="0" name=""/>
        <dsp:cNvSpPr/>
      </dsp:nvSpPr>
      <dsp:spPr>
        <a:xfrm>
          <a:off x="3444162" y="1028456"/>
          <a:ext cx="1283203" cy="51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* Package Management</a:t>
          </a:r>
          <a:endParaRPr lang="en-US" sz="1100" kern="1200"/>
        </a:p>
      </dsp:txBody>
      <dsp:txXfrm>
        <a:off x="3444162" y="1028456"/>
        <a:ext cx="1283203" cy="513281"/>
      </dsp:txXfrm>
    </dsp:sp>
    <dsp:sp modelId="{AE419DC9-CF81-4171-AEC0-665523D21DB0}">
      <dsp:nvSpPr>
        <dsp:cNvPr id="0" name=""/>
        <dsp:cNvSpPr/>
      </dsp:nvSpPr>
      <dsp:spPr>
        <a:xfrm>
          <a:off x="5202150" y="1894"/>
          <a:ext cx="782753" cy="7827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C9442C-9CB9-4CC1-BB50-004B7ECE5D9C}">
      <dsp:nvSpPr>
        <dsp:cNvPr id="0" name=""/>
        <dsp:cNvSpPr/>
      </dsp:nvSpPr>
      <dsp:spPr>
        <a:xfrm>
          <a:off x="5368967" y="168710"/>
          <a:ext cx="449121" cy="4491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033794-E1BD-4D47-A261-E6F42504050E}">
      <dsp:nvSpPr>
        <dsp:cNvPr id="0" name=""/>
        <dsp:cNvSpPr/>
      </dsp:nvSpPr>
      <dsp:spPr>
        <a:xfrm>
          <a:off x="4951926" y="1028456"/>
          <a:ext cx="1283203" cy="51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* Log Monitoring</a:t>
          </a:r>
          <a:endParaRPr lang="en-US" sz="1100" kern="1200"/>
        </a:p>
      </dsp:txBody>
      <dsp:txXfrm>
        <a:off x="4951926" y="1028456"/>
        <a:ext cx="1283203" cy="513281"/>
      </dsp:txXfrm>
    </dsp:sp>
    <dsp:sp modelId="{A1D1A010-5A78-48CD-98BD-75E84AB3FCD0}">
      <dsp:nvSpPr>
        <dsp:cNvPr id="0" name=""/>
        <dsp:cNvSpPr/>
      </dsp:nvSpPr>
      <dsp:spPr>
        <a:xfrm>
          <a:off x="6709914" y="1894"/>
          <a:ext cx="782753" cy="7827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44F3A4-7405-4F00-B822-1DF927F4C631}">
      <dsp:nvSpPr>
        <dsp:cNvPr id="0" name=""/>
        <dsp:cNvSpPr/>
      </dsp:nvSpPr>
      <dsp:spPr>
        <a:xfrm>
          <a:off x="6876730" y="168710"/>
          <a:ext cx="449121" cy="4491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B05DE4-C705-4D26-9841-73EAA268E934}">
      <dsp:nvSpPr>
        <dsp:cNvPr id="0" name=""/>
        <dsp:cNvSpPr/>
      </dsp:nvSpPr>
      <dsp:spPr>
        <a:xfrm>
          <a:off x="6459689" y="1028456"/>
          <a:ext cx="1283203" cy="51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* Boot Process</a:t>
          </a:r>
          <a:endParaRPr lang="en-US" sz="1100" kern="1200"/>
        </a:p>
      </dsp:txBody>
      <dsp:txXfrm>
        <a:off x="6459689" y="1028456"/>
        <a:ext cx="1283203" cy="513281"/>
      </dsp:txXfrm>
    </dsp:sp>
    <dsp:sp modelId="{757EA988-39B5-440B-B94E-AD3C61305588}">
      <dsp:nvSpPr>
        <dsp:cNvPr id="0" name=""/>
        <dsp:cNvSpPr/>
      </dsp:nvSpPr>
      <dsp:spPr>
        <a:xfrm>
          <a:off x="3694387" y="1862538"/>
          <a:ext cx="782753" cy="782753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608F73-D0EB-47C4-82D3-6B7389FAC86A}">
      <dsp:nvSpPr>
        <dsp:cNvPr id="0" name=""/>
        <dsp:cNvSpPr/>
      </dsp:nvSpPr>
      <dsp:spPr>
        <a:xfrm>
          <a:off x="3861203" y="2029355"/>
          <a:ext cx="449121" cy="44912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50226-4B42-4C89-9195-15B463F3F2F7}">
      <dsp:nvSpPr>
        <dsp:cNvPr id="0" name=""/>
        <dsp:cNvSpPr/>
      </dsp:nvSpPr>
      <dsp:spPr>
        <a:xfrm>
          <a:off x="3444162" y="2889101"/>
          <a:ext cx="1283203" cy="51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* SSH Authentication</a:t>
          </a:r>
          <a:endParaRPr lang="en-US" sz="1100" kern="1200"/>
        </a:p>
      </dsp:txBody>
      <dsp:txXfrm>
        <a:off x="3444162" y="2889101"/>
        <a:ext cx="1283203" cy="5132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839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22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46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83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8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853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81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13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48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54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48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24736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80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49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74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132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32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209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90721" y="1266958"/>
            <a:ext cx="5106271" cy="4528457"/>
          </a:xfrm>
        </p:spPr>
        <p:txBody>
          <a:bodyPr anchor="ctr">
            <a:normAutofit/>
          </a:bodyPr>
          <a:lstStyle/>
          <a:p>
            <a:r>
              <a:rPr lang="en-US" sz="5600"/>
              <a:t>Linux System Administration</a:t>
            </a:r>
            <a:br>
              <a:rPr lang="en-US" sz="5600"/>
            </a:br>
            <a:r>
              <a:rPr lang="en-US" sz="4000"/>
              <a:t>Session-2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47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US" sz="2600"/>
              <a:t>Process Management</a:t>
            </a:r>
          </a:p>
        </p:txBody>
      </p:sp>
      <p:sp>
        <p:nvSpPr>
          <p:cNvPr id="34" name="Content Placeholder 2"/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/>
              <a:t>- Process: An instance of a running program.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- Types of Processes: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  * Parent Process: Spawns child processes.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  * Child Process: Created by parent.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  * Daemon Process: Runs in the background.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  * Zombie Process: Completed but not cleared by parent.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  * Orphan Process: Parent terminated; adopted by </a:t>
            </a:r>
            <a:r>
              <a:rPr lang="en-US" sz="1700" err="1"/>
              <a:t>init</a:t>
            </a:r>
            <a:r>
              <a:rPr lang="en-US" sz="1700"/>
              <a:t>/</a:t>
            </a:r>
            <a:r>
              <a:rPr lang="en-US" sz="1700" err="1"/>
              <a:t>systemd</a:t>
            </a:r>
            <a:r>
              <a:rPr lang="en-US" sz="170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- Viewing: </a:t>
            </a:r>
            <a:r>
              <a:rPr lang="en-US" sz="1700" err="1"/>
              <a:t>ps</a:t>
            </a:r>
            <a:r>
              <a:rPr lang="en-US" sz="1700"/>
              <a:t> aux / top / </a:t>
            </a:r>
            <a:r>
              <a:rPr lang="en-US" sz="1700" err="1"/>
              <a:t>htop</a:t>
            </a:r>
            <a:r>
              <a:rPr lang="en-US" sz="170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- Managing: kill PID | nice/renice PID | </a:t>
            </a:r>
            <a:r>
              <a:rPr lang="en-US" sz="1700" err="1"/>
              <a:t>killall</a:t>
            </a:r>
            <a:r>
              <a:rPr lang="en-US" sz="1700"/>
              <a:t> </a:t>
            </a:r>
            <a:r>
              <a:rPr lang="en-US" sz="1700" err="1"/>
              <a:t>process_name</a:t>
            </a:r>
            <a:r>
              <a:rPr lang="en-US" sz="170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- Services (</a:t>
            </a:r>
            <a:r>
              <a:rPr lang="en-US" sz="1700" err="1"/>
              <a:t>systemd</a:t>
            </a:r>
            <a:r>
              <a:rPr lang="en-US" sz="1700"/>
              <a:t>): </a:t>
            </a:r>
            <a:r>
              <a:rPr lang="en-US" sz="1700" err="1"/>
              <a:t>systemctl</a:t>
            </a:r>
            <a:r>
              <a:rPr lang="en-US" sz="1700"/>
              <a:t> start/stop/restart/status </a:t>
            </a:r>
            <a:r>
              <a:rPr lang="en-US" sz="1700" err="1"/>
              <a:t>service_name</a:t>
            </a:r>
            <a:r>
              <a:rPr lang="en-US" sz="170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582F-05FD-A2F2-61D6-5329609FE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en-US"/>
              <a:t>Process Monitoring &amp; Management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86CF9C-753B-CDE4-0434-27315661DB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1832322"/>
              </p:ext>
            </p:extLst>
          </p:nvPr>
        </p:nvGraphicFramePr>
        <p:xfrm>
          <a:off x="484583" y="2237362"/>
          <a:ext cx="7053264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81380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8B78-CC85-3884-93A4-F1939029F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69" y="56243"/>
            <a:ext cx="7055380" cy="929875"/>
          </a:xfrm>
        </p:spPr>
        <p:txBody>
          <a:bodyPr/>
          <a:lstStyle/>
          <a:p>
            <a:r>
              <a:rPr lang="en-US"/>
              <a:t>Creating a local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FC096-612F-D338-C227-AFEC17492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768" y="842690"/>
            <a:ext cx="8802725" cy="56387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/>
              <a:t>What is a Repo 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1400"/>
              <a:t>Repositories in Linux are storage locations where packages (software, updates, dependencies) are hosted and accessed by package managers like yum, dnf, or apt. </a:t>
            </a:r>
          </a:p>
          <a:p>
            <a:pPr marL="0" indent="0">
              <a:buNone/>
            </a:pPr>
            <a:r>
              <a:rPr lang="en-US" sz="1400"/>
              <a:t>Types of Repositories in Linux 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/>
              <a:t>Official (Base) Repositories – Provided by Linux distribution (e.g., BaseOS, AppStream)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/>
              <a:t>Updates Repository – Contains latest patches and security updates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/>
              <a:t>Optional Repositories – Extra tools and packages not in base repo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/>
              <a:t>Third-Party Repositories – External sources (e.g., EPEL, RPM Fusion)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/>
              <a:t>Local/Internal Repositories – Setup within an organization for offline use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/>
              <a:t>Custom Repositories – User-defined for custom/proprietary RPMs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/>
              <a:t>Subscription-Based Repositories – Need valid subscription (e.g., RHEL repos)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/>
              <a:t>Check Repos: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/>
              <a:t> yum repolist | dnf repolist | apt-cache policy</a:t>
            </a:r>
          </a:p>
          <a:p>
            <a:pPr marL="0" indent="0">
              <a:buNone/>
            </a:pPr>
            <a:r>
              <a:rPr lang="en-US" sz="1400"/>
              <a:t>Use below link to create a local repo on your VM</a:t>
            </a:r>
          </a:p>
          <a:p>
            <a:pPr marL="0" indent="0">
              <a:buNone/>
            </a:pPr>
            <a:r>
              <a:rPr lang="en-US" sz="1400"/>
              <a:t>https://mrlinuxtechy.blogspot.com/2024/10/how-to-create-local-repo-on-centos7.html</a:t>
            </a:r>
          </a:p>
          <a:p>
            <a:pPr marL="0" indent="0">
              <a:buNone/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60348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8" y="629266"/>
            <a:ext cx="3124882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EBEBEB"/>
                </a:solidFill>
              </a:rPr>
              <a:t>Package Management</a:t>
            </a:r>
          </a:p>
        </p:txBody>
      </p:sp>
      <p:sp>
        <p:nvSpPr>
          <p:cNvPr id="4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5515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095864" y="809550"/>
            <a:ext cx="6858001" cy="52389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4" name="Graphic 43" descr="Welder">
            <a:extLst>
              <a:ext uri="{FF2B5EF4-FFF2-40B4-BE49-F238E27FC236}">
                <a16:creationId xmlns:a16="http://schemas.microsoft.com/office/drawing/2014/main" id="{DE674A43-7A60-C103-70B1-1321FD27F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0494" y="1385290"/>
            <a:ext cx="4087416" cy="4087416"/>
          </a:xfrm>
          <a:prstGeom prst="rect">
            <a:avLst/>
          </a:prstGeom>
          <a:effectLst/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Content Placeholder 2"/>
          <p:cNvSpPr>
            <a:spLocks noGrp="1"/>
          </p:cNvSpPr>
          <p:nvPr>
            <p:ph idx="1"/>
          </p:nvPr>
        </p:nvSpPr>
        <p:spPr>
          <a:xfrm>
            <a:off x="352762" y="1863785"/>
            <a:ext cx="3392437" cy="423221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sz="1400">
                <a:solidFill>
                  <a:srgbClr val="EBEBEB"/>
                </a:solidFill>
              </a:rPr>
              <a:t>Package Managers automate software installation and updates.</a:t>
            </a:r>
          </a:p>
          <a:p>
            <a:pPr marL="0" indent="0">
              <a:lnSpc>
                <a:spcPct val="90000"/>
              </a:lnSpc>
              <a:buNone/>
            </a:pPr>
            <a:r>
              <a:rPr sz="1400">
                <a:solidFill>
                  <a:srgbClr val="EBEBEB"/>
                </a:solidFill>
              </a:rPr>
              <a:t>- </a:t>
            </a:r>
            <a:r>
              <a:rPr sz="1400" b="1">
                <a:solidFill>
                  <a:srgbClr val="EBEBEB"/>
                </a:solidFill>
              </a:rPr>
              <a:t>RHEL/CentOS</a:t>
            </a:r>
            <a:r>
              <a:rPr sz="1400">
                <a:solidFill>
                  <a:srgbClr val="EBEBEB"/>
                </a:solidFill>
              </a:rPr>
              <a:t>: yum, </a:t>
            </a:r>
            <a:r>
              <a:rPr sz="1400" err="1">
                <a:solidFill>
                  <a:srgbClr val="EBEBEB"/>
                </a:solidFill>
              </a:rPr>
              <a:t>dnf</a:t>
            </a:r>
            <a:r>
              <a:rPr sz="1400">
                <a:solidFill>
                  <a:srgbClr val="EBEBEB"/>
                </a:solidFill>
              </a:rPr>
              <a:t>, rpm.</a:t>
            </a:r>
          </a:p>
          <a:p>
            <a:pPr marL="0" indent="0">
              <a:lnSpc>
                <a:spcPct val="90000"/>
              </a:lnSpc>
              <a:buNone/>
            </a:pPr>
            <a:r>
              <a:rPr sz="1400">
                <a:solidFill>
                  <a:srgbClr val="EBEBEB"/>
                </a:solidFill>
              </a:rPr>
              <a:t>- </a:t>
            </a:r>
            <a:r>
              <a:rPr sz="1400" b="1">
                <a:solidFill>
                  <a:srgbClr val="EBEBEB"/>
                </a:solidFill>
              </a:rPr>
              <a:t>Debian/Ubuntu</a:t>
            </a:r>
            <a:r>
              <a:rPr sz="1400">
                <a:solidFill>
                  <a:srgbClr val="EBEBEB"/>
                </a:solidFill>
              </a:rPr>
              <a:t>: apt.</a:t>
            </a:r>
          </a:p>
          <a:p>
            <a:pPr marL="0" indent="0">
              <a:lnSpc>
                <a:spcPct val="90000"/>
              </a:lnSpc>
              <a:buNone/>
            </a:pPr>
            <a:r>
              <a:rPr sz="1400">
                <a:solidFill>
                  <a:srgbClr val="EBEBEB"/>
                </a:solidFill>
              </a:rPr>
              <a:t>- </a:t>
            </a:r>
            <a:r>
              <a:rPr sz="1400" b="1">
                <a:solidFill>
                  <a:srgbClr val="EBEBEB"/>
                </a:solidFill>
              </a:rPr>
              <a:t>Tasks</a:t>
            </a:r>
            <a:r>
              <a:rPr sz="1400">
                <a:solidFill>
                  <a:srgbClr val="EBEBEB"/>
                </a:solidFill>
              </a:rPr>
              <a:t>: Install, update, remove packages.</a:t>
            </a:r>
          </a:p>
          <a:p>
            <a:pPr marL="0" indent="0">
              <a:lnSpc>
                <a:spcPct val="90000"/>
              </a:lnSpc>
              <a:buNone/>
            </a:pPr>
            <a:r>
              <a:rPr sz="1400">
                <a:solidFill>
                  <a:srgbClr val="EBEBEB"/>
                </a:solidFill>
              </a:rPr>
              <a:t>- </a:t>
            </a:r>
            <a:r>
              <a:rPr sz="1400" b="1">
                <a:solidFill>
                  <a:srgbClr val="EBEBEB"/>
                </a:solidFill>
              </a:rPr>
              <a:t>View Installed</a:t>
            </a:r>
            <a:r>
              <a:rPr sz="1400">
                <a:solidFill>
                  <a:srgbClr val="EBEBEB"/>
                </a:solidFill>
              </a:rPr>
              <a:t>: rpm -</a:t>
            </a:r>
            <a:r>
              <a:rPr sz="1400" err="1">
                <a:solidFill>
                  <a:srgbClr val="EBEBEB"/>
                </a:solidFill>
              </a:rPr>
              <a:t>qa</a:t>
            </a:r>
            <a:r>
              <a:rPr sz="1400">
                <a:solidFill>
                  <a:srgbClr val="EBEBEB"/>
                </a:solidFill>
              </a:rPr>
              <a:t>, yum list installed.</a:t>
            </a:r>
          </a:p>
          <a:p>
            <a:pPr marL="0" indent="0">
              <a:lnSpc>
                <a:spcPct val="90000"/>
              </a:lnSpc>
              <a:buNone/>
            </a:pPr>
            <a:r>
              <a:rPr sz="1400">
                <a:solidFill>
                  <a:srgbClr val="EBEBEB"/>
                </a:solidFill>
              </a:rPr>
              <a:t>- </a:t>
            </a:r>
            <a:r>
              <a:rPr sz="1400" b="1">
                <a:solidFill>
                  <a:srgbClr val="EBEBEB"/>
                </a:solidFill>
              </a:rPr>
              <a:t>Repositories</a:t>
            </a:r>
            <a:r>
              <a:rPr sz="1400">
                <a:solidFill>
                  <a:srgbClr val="EBEBEB"/>
                </a:solidFill>
              </a:rPr>
              <a:t>: Software sources and configuration files.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C8672C-E0B9-C41E-17FA-279529FA2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3943" y="1325880"/>
            <a:ext cx="2514282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sz="33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Useful rpm commands</a:t>
            </a:r>
          </a:p>
        </p:txBody>
      </p:sp>
      <p:sp>
        <p:nvSpPr>
          <p:cNvPr id="60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59776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2" name="Freeform: Shape 61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857465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84AB50-4C66-52EC-5034-D18EA8F629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8519907"/>
              </p:ext>
            </p:extLst>
          </p:nvPr>
        </p:nvGraphicFramePr>
        <p:xfrm>
          <a:off x="444693" y="854644"/>
          <a:ext cx="4706919" cy="484174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987221">
                  <a:extLst>
                    <a:ext uri="{9D8B030D-6E8A-4147-A177-3AD203B41FA5}">
                      <a16:colId xmlns:a16="http://schemas.microsoft.com/office/drawing/2014/main" val="2571178775"/>
                    </a:ext>
                  </a:extLst>
                </a:gridCol>
                <a:gridCol w="2719698">
                  <a:extLst>
                    <a:ext uri="{9D8B030D-6E8A-4147-A177-3AD203B41FA5}">
                      <a16:colId xmlns:a16="http://schemas.microsoft.com/office/drawing/2014/main" val="1319663086"/>
                    </a:ext>
                  </a:extLst>
                </a:gridCol>
              </a:tblGrid>
              <a:tr h="570194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command</a:t>
                      </a:r>
                      <a:endParaRPr lang="en-US" sz="17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424" marR="12114" marT="18978" marB="14233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US" sz="17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424" marR="12114" marT="18978" marB="14233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677769"/>
                  </a:ext>
                </a:extLst>
              </a:tr>
              <a:tr h="49044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rpm -ivh &lt;package.rpm&gt;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66424" marR="12114" marT="18978" marB="14233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Install an RPM package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424" marR="12114" marT="18978" marB="1423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13719"/>
                  </a:ext>
                </a:extLst>
              </a:tr>
              <a:tr h="49044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rpm -e &lt;package&gt;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66424" marR="12114" marT="18978" marB="14233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Remove a package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424" marR="12114" marT="18978" marB="1423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015907"/>
                  </a:ext>
                </a:extLst>
              </a:tr>
              <a:tr h="49044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rpm -qa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66424" marR="12114" marT="18978" marB="14233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List all installed RPMs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424" marR="12114" marT="18978" marB="1423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45497"/>
                  </a:ext>
                </a:extLst>
              </a:tr>
              <a:tr h="49044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rpm -qi &lt;package&gt;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66424" marR="12114" marT="18978" marB="14233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Show package information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424" marR="12114" marT="18978" marB="1423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077198"/>
                  </a:ext>
                </a:extLst>
              </a:tr>
              <a:tr h="49044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rpm -ql &lt;package&gt;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66424" marR="12114" marT="18978" marB="14233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List files installed by a package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424" marR="12114" marT="18978" marB="1423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405807"/>
                  </a:ext>
                </a:extLst>
              </a:tr>
              <a:tr h="66443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rpm -qf &lt;file&gt;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66424" marR="12114" marT="18978" marB="14233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Find which package a file belongs to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424" marR="12114" marT="18978" marB="1423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133038"/>
                  </a:ext>
                </a:extLst>
              </a:tr>
              <a:tr h="66443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rpm -Uvh &lt;package.rpm&gt;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66424" marR="12114" marT="18978" marB="14233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Upgrade an RPM package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424" marR="12114" marT="18978" marB="1423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492557"/>
                  </a:ext>
                </a:extLst>
              </a:tr>
              <a:tr h="49044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rpm -V &lt;package&gt;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66424" marR="12114" marT="18978" marB="14233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Verify the integrity of a package</a:t>
                      </a:r>
                      <a:endParaRPr lang="en-US" sz="12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6424" marR="12114" marT="18978" marB="1423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104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541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C1052-1255-5423-0734-F01A0A836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3943" y="1325880"/>
            <a:ext cx="2514282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sz="33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Useful Yum commands</a:t>
            </a:r>
          </a:p>
        </p:txBody>
      </p:sp>
      <p:sp>
        <p:nvSpPr>
          <p:cNvPr id="61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59776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3" name="Freeform: Shape 62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857465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04D9D83-BC4E-673D-6684-E84253F2A8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3166846"/>
              </p:ext>
            </p:extLst>
          </p:nvPr>
        </p:nvGraphicFramePr>
        <p:xfrm>
          <a:off x="482890" y="943728"/>
          <a:ext cx="4702998" cy="5465087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2192174">
                  <a:extLst>
                    <a:ext uri="{9D8B030D-6E8A-4147-A177-3AD203B41FA5}">
                      <a16:colId xmlns:a16="http://schemas.microsoft.com/office/drawing/2014/main" val="3336328800"/>
                    </a:ext>
                  </a:extLst>
                </a:gridCol>
                <a:gridCol w="2510824">
                  <a:extLst>
                    <a:ext uri="{9D8B030D-6E8A-4147-A177-3AD203B41FA5}">
                      <a16:colId xmlns:a16="http://schemas.microsoft.com/office/drawing/2014/main" val="1015028012"/>
                    </a:ext>
                  </a:extLst>
                </a:gridCol>
              </a:tblGrid>
              <a:tr h="514003">
                <a:tc>
                  <a:txBody>
                    <a:bodyPr/>
                    <a:lstStyle/>
                    <a:p>
                      <a:pPr algn="l" fontAlgn="b"/>
                      <a:r>
                        <a:rPr lang="en-US" sz="19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command</a:t>
                      </a:r>
                      <a:endParaRPr lang="en-US" sz="19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891" marR="7529" marT="21683" marB="16262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9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US" sz="19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891" marR="7529" marT="21683" marB="16262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644273"/>
                  </a:ext>
                </a:extLst>
              </a:tr>
              <a:tr h="4460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yum install &lt;package&gt;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75891" marR="7529" marT="21683" marB="162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Install a package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891" marR="7529" marT="21683" marB="1626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305896"/>
                  </a:ext>
                </a:extLst>
              </a:tr>
              <a:tr h="4460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yum remove &lt;package&gt;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75891" marR="7529" marT="21683" marB="162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Remove/uninstall a package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891" marR="7529" marT="21683" marB="1626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263158"/>
                  </a:ext>
                </a:extLst>
              </a:tr>
              <a:tr h="4460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yum update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75891" marR="7529" marT="21683" marB="162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Update all installed packages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891" marR="7529" marT="21683" marB="1626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713119"/>
                  </a:ext>
                </a:extLst>
              </a:tr>
              <a:tr h="4460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yum update &lt;package&gt;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75891" marR="7529" marT="21683" marB="162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Update a specific package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891" marR="7529" marT="21683" marB="1626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053194"/>
                  </a:ext>
                </a:extLst>
              </a:tr>
              <a:tr h="4460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yum list installed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75891" marR="7529" marT="21683" marB="162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List all installed packages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891" marR="7529" marT="21683" marB="1626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444049"/>
                  </a:ext>
                </a:extLst>
              </a:tr>
              <a:tr h="6669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yum search &lt;keyword&gt;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75891" marR="7529" marT="21683" marB="162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Search for packages by keyword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891" marR="7529" marT="21683" marB="1626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496812"/>
                  </a:ext>
                </a:extLst>
              </a:tr>
              <a:tr h="4460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yum info &lt;package&gt;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75891" marR="7529" marT="21683" marB="162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Show package details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891" marR="7529" marT="21683" marB="1626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794068"/>
                  </a:ext>
                </a:extLst>
              </a:tr>
              <a:tr h="4460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yum repolist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75891" marR="7529" marT="21683" marB="162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Show enabled repositories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891" marR="7529" marT="21683" marB="1626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509112"/>
                  </a:ext>
                </a:extLst>
              </a:tr>
              <a:tr h="6669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yum provides &lt;file&gt;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75891" marR="7529" marT="21683" marB="162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Find which package provides a file/command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891" marR="7529" marT="21683" marB="16262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182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625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2F383-216F-0898-01D8-9C4B43682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16" y="112059"/>
            <a:ext cx="7055380" cy="1400530"/>
          </a:xfrm>
        </p:spPr>
        <p:txBody>
          <a:bodyPr/>
          <a:lstStyle/>
          <a:p>
            <a:r>
              <a:rPr lang="en-US" sz="3200"/>
              <a:t>What is systemd? – Linux Service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7215B-353D-9206-F024-6E3C45CA8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100" y="1512589"/>
            <a:ext cx="8549382" cy="4195481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/>
              <a:t>systemd is the default service manager in modern Linux systems (RHEL 7+, CentOS 7+, etc.).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/>
              <a:t>It controls how services (daemons) start, stop, restart, and behave at boot.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/>
              <a:t>The systemctl command is used to manage services with systemd.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 u="sng"/>
              <a:t>Common systemctl Commands:</a:t>
            </a:r>
          </a:p>
          <a:p>
            <a:pPr marL="400056" lvl="1" indent="0">
              <a:buNone/>
            </a:pPr>
            <a:r>
              <a:rPr lang="en-US"/>
              <a:t>• systemctl start servicename – Start a service</a:t>
            </a:r>
          </a:p>
          <a:p>
            <a:pPr marL="400056" lvl="1" indent="0">
              <a:buNone/>
            </a:pPr>
            <a:r>
              <a:rPr lang="en-US"/>
              <a:t>• systemctl stop servicename – Stop a service</a:t>
            </a:r>
          </a:p>
          <a:p>
            <a:pPr marL="400056" lvl="1" indent="0">
              <a:buNone/>
            </a:pPr>
            <a:r>
              <a:rPr lang="en-US"/>
              <a:t>• systemctl restart servicename – Restart a service</a:t>
            </a:r>
          </a:p>
          <a:p>
            <a:pPr marL="400056" lvl="1" indent="0">
              <a:buNone/>
            </a:pPr>
            <a:r>
              <a:rPr lang="en-US"/>
              <a:t>• systemctl enable servicename – Enable service at boot</a:t>
            </a:r>
          </a:p>
          <a:p>
            <a:pPr marL="400056" lvl="1" indent="0">
              <a:buNone/>
            </a:pPr>
            <a:r>
              <a:rPr lang="en-US"/>
              <a:t>• systemctl status servicename – Check service status</a:t>
            </a:r>
          </a:p>
        </p:txBody>
      </p:sp>
    </p:spTree>
    <p:extLst>
      <p:ext uri="{BB962C8B-B14F-4D97-AF65-F5344CB8AC3E}">
        <p14:creationId xmlns:p14="http://schemas.microsoft.com/office/powerpoint/2010/main" val="405919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7E4204-E93C-417B-9ED0-F81552DE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8E4A00-82CC-4AD0-B631-F820AEE4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463665DF-25B8-4EE2-8F85-921EF38BE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EBEBEB"/>
                </a:solidFill>
              </a:rPr>
              <a:t>Log Management and Monitoring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B3378DC2-950E-4B63-B833-32DE4719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8" y="2548281"/>
            <a:ext cx="5365201" cy="365868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300"/>
              <a:t>- Linux logs are in /var/log.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- Key Logs: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  * /var/log/messages – General system info and errors.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  * /var/log/secure – Authentication and SSH logs.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  * /var/log/</a:t>
            </a:r>
            <a:r>
              <a:rPr lang="en-US" sz="1300" err="1"/>
              <a:t>dmesg</a:t>
            </a:r>
            <a:r>
              <a:rPr lang="en-US" sz="1300"/>
              <a:t> – Kernel ring buffer (hardware-related logs).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  * /var/log/</a:t>
            </a:r>
            <a:r>
              <a:rPr lang="en-US" sz="1300" err="1"/>
              <a:t>cron</a:t>
            </a:r>
            <a:r>
              <a:rPr lang="en-US" sz="1300"/>
              <a:t> – Scheduled task logs (</a:t>
            </a:r>
            <a:r>
              <a:rPr lang="en-US" sz="1300" err="1"/>
              <a:t>cron</a:t>
            </a:r>
            <a:r>
              <a:rPr lang="en-US" sz="1300"/>
              <a:t> jobs).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  * /var/log/boot.log – Boot-related messages.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- Viewing Logs: cat, tail -f, less, </a:t>
            </a:r>
            <a:r>
              <a:rPr lang="en-US" sz="1300" err="1"/>
              <a:t>journalctl</a:t>
            </a:r>
            <a:r>
              <a:rPr lang="en-US" sz="130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- Monitoring Tools: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  * </a:t>
            </a:r>
            <a:r>
              <a:rPr lang="en-US" sz="1300" err="1"/>
              <a:t>logrotate</a:t>
            </a:r>
            <a:r>
              <a:rPr lang="en-US" sz="1300"/>
              <a:t> – Rotate and archive logs.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  * </a:t>
            </a:r>
            <a:r>
              <a:rPr lang="en-US" sz="1300" err="1"/>
              <a:t>systemd-journald</a:t>
            </a:r>
            <a:r>
              <a:rPr lang="en-US" sz="1300"/>
              <a:t> – Collect and manage logs.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  * </a:t>
            </a:r>
            <a:r>
              <a:rPr lang="en-US" sz="1300" err="1"/>
              <a:t>rsyslog</a:t>
            </a:r>
            <a:r>
              <a:rPr lang="en-US" sz="1300"/>
              <a:t> – Flexible logging daemon.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51BDC63C-51BF-F977-D7A2-04FCDF327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7404" y="3099163"/>
            <a:ext cx="2560253" cy="2560253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1063417"/>
            <a:ext cx="2629122" cy="4675396"/>
          </a:xfrm>
        </p:spPr>
        <p:txBody>
          <a:bodyPr anchor="ctr">
            <a:normAutofit/>
          </a:bodyPr>
          <a:lstStyle/>
          <a:p>
            <a:r>
              <a:rPr lang="en-US" sz="2600">
                <a:solidFill>
                  <a:srgbClr val="F2F2F2"/>
                </a:solidFill>
              </a:rPr>
              <a:t>SSH and Password-less Authentication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484632"/>
            <a:ext cx="4938073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9CC543-F065-A504-6513-DD66FE9F12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9433438"/>
              </p:ext>
            </p:extLst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Summary &amp; Q&amp;A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88D7EC-1294-2D34-0C18-22B0C38A6D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4817909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Ion</vt:lpstr>
      <vt:lpstr>Linux System Administration Session-2</vt:lpstr>
      <vt:lpstr>Process Management</vt:lpstr>
      <vt:lpstr>Process Monitoring &amp; Management</vt:lpstr>
      <vt:lpstr>Creating a local Repo</vt:lpstr>
      <vt:lpstr>Package Management</vt:lpstr>
      <vt:lpstr>Useful rpm commands</vt:lpstr>
      <vt:lpstr>Useful Yum commands</vt:lpstr>
      <vt:lpstr>What is systemd? – Linux Service Manager</vt:lpstr>
      <vt:lpstr>Log Management and Monitoring</vt:lpstr>
      <vt:lpstr>SSH and Password-less Authentication</vt:lpstr>
      <vt:lpstr>Summary &amp;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6</cp:revision>
  <dcterms:created xsi:type="dcterms:W3CDTF">2013-01-27T09:14:16Z</dcterms:created>
  <dcterms:modified xsi:type="dcterms:W3CDTF">2025-07-03T07:58:46Z</dcterms:modified>
  <cp:category/>
</cp:coreProperties>
</file>